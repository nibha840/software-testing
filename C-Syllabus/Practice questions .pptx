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BE8AEB-6172-4BBF-BCD2-7033AB91AF6E}" v="14" dt="2026-03-17T05:28:37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j Kumar." userId="895f11db-950a-4931-88cb-9a289760afa9" providerId="ADAL" clId="{4262B19B-D7F6-4B0F-A8AD-5441F6FC4404}"/>
    <pc:docChg chg="undo custSel addSld delSld modSld sldOrd">
      <pc:chgData name="Manoj Kumar." userId="895f11db-950a-4931-88cb-9a289760afa9" providerId="ADAL" clId="{4262B19B-D7F6-4B0F-A8AD-5441F6FC4404}" dt="2026-03-17T05:30:09.239" v="397" actId="680"/>
      <pc:docMkLst>
        <pc:docMk/>
      </pc:docMkLst>
      <pc:sldChg chg="del">
        <pc:chgData name="Manoj Kumar." userId="895f11db-950a-4931-88cb-9a289760afa9" providerId="ADAL" clId="{4262B19B-D7F6-4B0F-A8AD-5441F6FC4404}" dt="2026-03-17T05:01:45.211" v="79" actId="47"/>
        <pc:sldMkLst>
          <pc:docMk/>
          <pc:sldMk cId="2281201868" sldId="256"/>
        </pc:sldMkLst>
      </pc:sldChg>
      <pc:sldChg chg="modSp mod ord">
        <pc:chgData name="Manoj Kumar." userId="895f11db-950a-4931-88cb-9a289760afa9" providerId="ADAL" clId="{4262B19B-D7F6-4B0F-A8AD-5441F6FC4404}" dt="2026-03-17T05:09:40.010" v="161" actId="20577"/>
        <pc:sldMkLst>
          <pc:docMk/>
          <pc:sldMk cId="4165626947" sldId="257"/>
        </pc:sldMkLst>
        <pc:spChg chg="mod">
          <ac:chgData name="Manoj Kumar." userId="895f11db-950a-4931-88cb-9a289760afa9" providerId="ADAL" clId="{4262B19B-D7F6-4B0F-A8AD-5441F6FC4404}" dt="2026-03-17T05:02:08.727" v="99" actId="122"/>
          <ac:spMkLst>
            <pc:docMk/>
            <pc:sldMk cId="4165626947" sldId="257"/>
            <ac:spMk id="2" creationId="{322E6660-3D5E-22B0-8502-AB3CCB0AB20B}"/>
          </ac:spMkLst>
        </pc:spChg>
        <pc:spChg chg="mod">
          <ac:chgData name="Manoj Kumar." userId="895f11db-950a-4931-88cb-9a289760afa9" providerId="ADAL" clId="{4262B19B-D7F6-4B0F-A8AD-5441F6FC4404}" dt="2026-03-17T05:09:32.382" v="149" actId="20577"/>
          <ac:spMkLst>
            <pc:docMk/>
            <pc:sldMk cId="4165626947" sldId="257"/>
            <ac:spMk id="3" creationId="{BC2EFB25-A737-413E-65D9-1AB4790F2CF0}"/>
          </ac:spMkLst>
        </pc:spChg>
        <pc:spChg chg="mod">
          <ac:chgData name="Manoj Kumar." userId="895f11db-950a-4931-88cb-9a289760afa9" providerId="ADAL" clId="{4262B19B-D7F6-4B0F-A8AD-5441F6FC4404}" dt="2026-03-17T05:09:40.010" v="161" actId="20577"/>
          <ac:spMkLst>
            <pc:docMk/>
            <pc:sldMk cId="4165626947" sldId="257"/>
            <ac:spMk id="4" creationId="{7BF111D3-4E68-C747-0064-1EE04B615D41}"/>
          </ac:spMkLst>
        </pc:spChg>
      </pc:sldChg>
      <pc:sldChg chg="delSp modSp mod">
        <pc:chgData name="Manoj Kumar." userId="895f11db-950a-4931-88cb-9a289760afa9" providerId="ADAL" clId="{4262B19B-D7F6-4B0F-A8AD-5441F6FC4404}" dt="2026-03-17T05:12:57.583" v="222" actId="20577"/>
        <pc:sldMkLst>
          <pc:docMk/>
          <pc:sldMk cId="1752540848" sldId="258"/>
        </pc:sldMkLst>
        <pc:spChg chg="del">
          <ac:chgData name="Manoj Kumar." userId="895f11db-950a-4931-88cb-9a289760afa9" providerId="ADAL" clId="{4262B19B-D7F6-4B0F-A8AD-5441F6FC4404}" dt="2026-03-17T05:09:59.934" v="162" actId="478"/>
          <ac:spMkLst>
            <pc:docMk/>
            <pc:sldMk cId="1752540848" sldId="258"/>
            <ac:spMk id="2" creationId="{F5632BC1-BF9D-EF8A-1711-D905EE5C055D}"/>
          </ac:spMkLst>
        </pc:spChg>
        <pc:spChg chg="mod">
          <ac:chgData name="Manoj Kumar." userId="895f11db-950a-4931-88cb-9a289760afa9" providerId="ADAL" clId="{4262B19B-D7F6-4B0F-A8AD-5441F6FC4404}" dt="2026-03-17T05:12:35.582" v="209" actId="20577"/>
          <ac:spMkLst>
            <pc:docMk/>
            <pc:sldMk cId="1752540848" sldId="258"/>
            <ac:spMk id="3" creationId="{0C78D761-6F9A-2113-56B2-238018B2A3FC}"/>
          </ac:spMkLst>
        </pc:spChg>
        <pc:spChg chg="mod">
          <ac:chgData name="Manoj Kumar." userId="895f11db-950a-4931-88cb-9a289760afa9" providerId="ADAL" clId="{4262B19B-D7F6-4B0F-A8AD-5441F6FC4404}" dt="2026-03-17T05:12:57.583" v="222" actId="20577"/>
          <ac:spMkLst>
            <pc:docMk/>
            <pc:sldMk cId="1752540848" sldId="258"/>
            <ac:spMk id="4" creationId="{5919B438-4E9A-9F15-B6AD-715F64747A59}"/>
          </ac:spMkLst>
        </pc:spChg>
      </pc:sldChg>
      <pc:sldChg chg="delSp modSp mod">
        <pc:chgData name="Manoj Kumar." userId="895f11db-950a-4931-88cb-9a289760afa9" providerId="ADAL" clId="{4262B19B-D7F6-4B0F-A8AD-5441F6FC4404}" dt="2026-03-17T05:17:34.515" v="269" actId="20577"/>
        <pc:sldMkLst>
          <pc:docMk/>
          <pc:sldMk cId="3090075674" sldId="259"/>
        </pc:sldMkLst>
        <pc:spChg chg="del">
          <ac:chgData name="Manoj Kumar." userId="895f11db-950a-4931-88cb-9a289760afa9" providerId="ADAL" clId="{4262B19B-D7F6-4B0F-A8AD-5441F6FC4404}" dt="2026-03-17T05:13:45.930" v="223" actId="478"/>
          <ac:spMkLst>
            <pc:docMk/>
            <pc:sldMk cId="3090075674" sldId="259"/>
            <ac:spMk id="2" creationId="{5C2CDDF3-BEFD-FDDD-4DD9-F6ED26F5B36A}"/>
          </ac:spMkLst>
        </pc:spChg>
        <pc:spChg chg="mod">
          <ac:chgData name="Manoj Kumar." userId="895f11db-950a-4931-88cb-9a289760afa9" providerId="ADAL" clId="{4262B19B-D7F6-4B0F-A8AD-5441F6FC4404}" dt="2026-03-17T05:17:34.515" v="269" actId="20577"/>
          <ac:spMkLst>
            <pc:docMk/>
            <pc:sldMk cId="3090075674" sldId="259"/>
            <ac:spMk id="3" creationId="{B86A1811-9410-C6AA-1904-BEFE6ED264F8}"/>
          </ac:spMkLst>
        </pc:spChg>
        <pc:spChg chg="mod">
          <ac:chgData name="Manoj Kumar." userId="895f11db-950a-4931-88cb-9a289760afa9" providerId="ADAL" clId="{4262B19B-D7F6-4B0F-A8AD-5441F6FC4404}" dt="2026-03-17T05:17:20.304" v="251" actId="20577"/>
          <ac:spMkLst>
            <pc:docMk/>
            <pc:sldMk cId="3090075674" sldId="259"/>
            <ac:spMk id="4" creationId="{EBAA1967-F5CE-1259-947B-0A16E59BF506}"/>
          </ac:spMkLst>
        </pc:spChg>
      </pc:sldChg>
      <pc:sldChg chg="delSp modSp mod">
        <pc:chgData name="Manoj Kumar." userId="895f11db-950a-4931-88cb-9a289760afa9" providerId="ADAL" clId="{4262B19B-D7F6-4B0F-A8AD-5441F6FC4404}" dt="2026-03-17T05:19:52.094" v="321" actId="6549"/>
        <pc:sldMkLst>
          <pc:docMk/>
          <pc:sldMk cId="2642736571" sldId="260"/>
        </pc:sldMkLst>
        <pc:spChg chg="del">
          <ac:chgData name="Manoj Kumar." userId="895f11db-950a-4931-88cb-9a289760afa9" providerId="ADAL" clId="{4262B19B-D7F6-4B0F-A8AD-5441F6FC4404}" dt="2026-03-17T05:18:29.050" v="270" actId="478"/>
          <ac:spMkLst>
            <pc:docMk/>
            <pc:sldMk cId="2642736571" sldId="260"/>
            <ac:spMk id="2" creationId="{2351B695-C070-37E5-ACEB-09CD265FAB87}"/>
          </ac:spMkLst>
        </pc:spChg>
        <pc:spChg chg="mod">
          <ac:chgData name="Manoj Kumar." userId="895f11db-950a-4931-88cb-9a289760afa9" providerId="ADAL" clId="{4262B19B-D7F6-4B0F-A8AD-5441F6FC4404}" dt="2026-03-17T05:19:42.445" v="310" actId="6549"/>
          <ac:spMkLst>
            <pc:docMk/>
            <pc:sldMk cId="2642736571" sldId="260"/>
            <ac:spMk id="3" creationId="{32C71CD4-D2C1-7FCB-CFEB-D423451065B0}"/>
          </ac:spMkLst>
        </pc:spChg>
        <pc:spChg chg="mod">
          <ac:chgData name="Manoj Kumar." userId="895f11db-950a-4931-88cb-9a289760afa9" providerId="ADAL" clId="{4262B19B-D7F6-4B0F-A8AD-5441F6FC4404}" dt="2026-03-17T05:19:52.094" v="321" actId="6549"/>
          <ac:spMkLst>
            <pc:docMk/>
            <pc:sldMk cId="2642736571" sldId="260"/>
            <ac:spMk id="4" creationId="{99ECABFB-F543-E796-AEC7-D0AC2E50EF9B}"/>
          </ac:spMkLst>
        </pc:spChg>
      </pc:sldChg>
      <pc:sldChg chg="delSp modSp mod">
        <pc:chgData name="Manoj Kumar." userId="895f11db-950a-4931-88cb-9a289760afa9" providerId="ADAL" clId="{4262B19B-D7F6-4B0F-A8AD-5441F6FC4404}" dt="2026-03-17T05:25:12.587" v="369" actId="6549"/>
        <pc:sldMkLst>
          <pc:docMk/>
          <pc:sldMk cId="3407055782" sldId="261"/>
        </pc:sldMkLst>
        <pc:spChg chg="del">
          <ac:chgData name="Manoj Kumar." userId="895f11db-950a-4931-88cb-9a289760afa9" providerId="ADAL" clId="{4262B19B-D7F6-4B0F-A8AD-5441F6FC4404}" dt="2026-03-17T05:22:36.803" v="322" actId="478"/>
          <ac:spMkLst>
            <pc:docMk/>
            <pc:sldMk cId="3407055782" sldId="261"/>
            <ac:spMk id="2" creationId="{94AB3338-2366-4FE1-C2DD-4618E62F684F}"/>
          </ac:spMkLst>
        </pc:spChg>
        <pc:spChg chg="mod">
          <ac:chgData name="Manoj Kumar." userId="895f11db-950a-4931-88cb-9a289760afa9" providerId="ADAL" clId="{4262B19B-D7F6-4B0F-A8AD-5441F6FC4404}" dt="2026-03-17T05:25:02.589" v="357" actId="20577"/>
          <ac:spMkLst>
            <pc:docMk/>
            <pc:sldMk cId="3407055782" sldId="261"/>
            <ac:spMk id="3" creationId="{0C6AE44C-67AE-FF71-20E5-FD21F683A7E2}"/>
          </ac:spMkLst>
        </pc:spChg>
        <pc:spChg chg="mod">
          <ac:chgData name="Manoj Kumar." userId="895f11db-950a-4931-88cb-9a289760afa9" providerId="ADAL" clId="{4262B19B-D7F6-4B0F-A8AD-5441F6FC4404}" dt="2026-03-17T05:25:12.587" v="369" actId="6549"/>
          <ac:spMkLst>
            <pc:docMk/>
            <pc:sldMk cId="3407055782" sldId="261"/>
            <ac:spMk id="4" creationId="{97E49D69-F722-E508-BAA1-B29F0985DDCB}"/>
          </ac:spMkLst>
        </pc:spChg>
      </pc:sldChg>
      <pc:sldChg chg="modSp add del mod">
        <pc:chgData name="Manoj Kumar." userId="895f11db-950a-4931-88cb-9a289760afa9" providerId="ADAL" clId="{4262B19B-D7F6-4B0F-A8AD-5441F6FC4404}" dt="2026-03-17T05:26:24.720" v="370" actId="47"/>
        <pc:sldMkLst>
          <pc:docMk/>
          <pc:sldMk cId="3773454099" sldId="262"/>
        </pc:sldMkLst>
        <pc:spChg chg="mod">
          <ac:chgData name="Manoj Kumar." userId="895f11db-950a-4931-88cb-9a289760afa9" providerId="ADAL" clId="{4262B19B-D7F6-4B0F-A8AD-5441F6FC4404}" dt="2026-03-17T02:22:06.200" v="4" actId="27636"/>
          <ac:spMkLst>
            <pc:docMk/>
            <pc:sldMk cId="3773454099" sldId="262"/>
            <ac:spMk id="3" creationId="{4A86C298-1F2A-F1CD-DDF1-961C8FAE4D30}"/>
          </ac:spMkLst>
        </pc:spChg>
        <pc:spChg chg="mod">
          <ac:chgData name="Manoj Kumar." userId="895f11db-950a-4931-88cb-9a289760afa9" providerId="ADAL" clId="{4262B19B-D7F6-4B0F-A8AD-5441F6FC4404}" dt="2026-03-17T02:22:21.144" v="5"/>
          <ac:spMkLst>
            <pc:docMk/>
            <pc:sldMk cId="3773454099" sldId="262"/>
            <ac:spMk id="4" creationId="{DE46844D-9241-B4FA-14D8-86CAE372BF75}"/>
          </ac:spMkLst>
        </pc:spChg>
      </pc:sldChg>
      <pc:sldChg chg="add">
        <pc:chgData name="Manoj Kumar." userId="895f11db-950a-4931-88cb-9a289760afa9" providerId="ADAL" clId="{4262B19B-D7F6-4B0F-A8AD-5441F6FC4404}" dt="2026-03-17T02:22:50.732" v="6"/>
        <pc:sldMkLst>
          <pc:docMk/>
          <pc:sldMk cId="2957208899" sldId="263"/>
        </pc:sldMkLst>
      </pc:sldChg>
      <pc:sldChg chg="modSp add del">
        <pc:chgData name="Manoj Kumar." userId="895f11db-950a-4931-88cb-9a289760afa9" providerId="ADAL" clId="{4262B19B-D7F6-4B0F-A8AD-5441F6FC4404}" dt="2026-03-17T05:27:26.469" v="371" actId="47"/>
        <pc:sldMkLst>
          <pc:docMk/>
          <pc:sldMk cId="3715447510" sldId="264"/>
        </pc:sldMkLst>
        <pc:spChg chg="mod">
          <ac:chgData name="Manoj Kumar." userId="895f11db-950a-4931-88cb-9a289760afa9" providerId="ADAL" clId="{4262B19B-D7F6-4B0F-A8AD-5441F6FC4404}" dt="2026-03-17T02:23:09.691" v="8"/>
          <ac:spMkLst>
            <pc:docMk/>
            <pc:sldMk cId="3715447510" sldId="264"/>
            <ac:spMk id="4" creationId="{6CFB30AB-A67F-0164-55D2-9723FC405BB5}"/>
          </ac:spMkLst>
        </pc:spChg>
      </pc:sldChg>
      <pc:sldChg chg="addSp modSp new mod">
        <pc:chgData name="Manoj Kumar." userId="895f11db-950a-4931-88cb-9a289760afa9" providerId="ADAL" clId="{4262B19B-D7F6-4B0F-A8AD-5441F6FC4404}" dt="2026-03-17T05:28:54.134" v="394" actId="20577"/>
        <pc:sldMkLst>
          <pc:docMk/>
          <pc:sldMk cId="3482566154" sldId="265"/>
        </pc:sldMkLst>
        <pc:spChg chg="mod">
          <ac:chgData name="Manoj Kumar." userId="895f11db-950a-4931-88cb-9a289760afa9" providerId="ADAL" clId="{4262B19B-D7F6-4B0F-A8AD-5441F6FC4404}" dt="2026-03-17T04:59:42.403" v="54" actId="20577"/>
          <ac:spMkLst>
            <pc:docMk/>
            <pc:sldMk cId="3482566154" sldId="265"/>
            <ac:spMk id="2" creationId="{830D84F1-16CE-E783-6CC2-BE4D49CCFC16}"/>
          </ac:spMkLst>
        </pc:spChg>
        <pc:spChg chg="mod">
          <ac:chgData name="Manoj Kumar." userId="895f11db-950a-4931-88cb-9a289760afa9" providerId="ADAL" clId="{4262B19B-D7F6-4B0F-A8AD-5441F6FC4404}" dt="2026-03-17T04:59:03.161" v="32" actId="255"/>
          <ac:spMkLst>
            <pc:docMk/>
            <pc:sldMk cId="3482566154" sldId="265"/>
            <ac:spMk id="3" creationId="{590D31E1-2E49-A33F-8B54-5876D54442BA}"/>
          </ac:spMkLst>
        </pc:spChg>
        <pc:spChg chg="add mod">
          <ac:chgData name="Manoj Kumar." userId="895f11db-950a-4931-88cb-9a289760afa9" providerId="ADAL" clId="{4262B19B-D7F6-4B0F-A8AD-5441F6FC4404}" dt="2026-03-17T05:28:30.547" v="373" actId="1076"/>
          <ac:spMkLst>
            <pc:docMk/>
            <pc:sldMk cId="3482566154" sldId="265"/>
            <ac:spMk id="4" creationId="{3635D720-5624-7AD3-D39A-1F85EDB54A03}"/>
          </ac:spMkLst>
        </pc:spChg>
        <pc:spChg chg="add mod">
          <ac:chgData name="Manoj Kumar." userId="895f11db-950a-4931-88cb-9a289760afa9" providerId="ADAL" clId="{4262B19B-D7F6-4B0F-A8AD-5441F6FC4404}" dt="2026-03-17T05:28:54.134" v="394" actId="20577"/>
          <ac:spMkLst>
            <pc:docMk/>
            <pc:sldMk cId="3482566154" sldId="265"/>
            <ac:spMk id="5" creationId="{21E80D80-624B-DBBE-62C7-A877CA29251A}"/>
          </ac:spMkLst>
        </pc:spChg>
      </pc:sldChg>
      <pc:sldChg chg="addSp delSp modSp new mod setBg">
        <pc:chgData name="Manoj Kumar." userId="895f11db-950a-4931-88cb-9a289760afa9" providerId="ADAL" clId="{4262B19B-D7F6-4B0F-A8AD-5441F6FC4404}" dt="2026-03-17T05:30:00.591" v="396" actId="26606"/>
        <pc:sldMkLst>
          <pc:docMk/>
          <pc:sldMk cId="3372432272" sldId="266"/>
        </pc:sldMkLst>
        <pc:spChg chg="mod">
          <ac:chgData name="Manoj Kumar." userId="895f11db-950a-4931-88cb-9a289760afa9" providerId="ADAL" clId="{4262B19B-D7F6-4B0F-A8AD-5441F6FC4404}" dt="2026-03-17T05:30:00.591" v="396" actId="26606"/>
          <ac:spMkLst>
            <pc:docMk/>
            <pc:sldMk cId="3372432272" sldId="266"/>
            <ac:spMk id="2" creationId="{02CD42C8-4ADF-D8F9-74B7-A64FCD73E30D}"/>
          </ac:spMkLst>
        </pc:spChg>
        <pc:spChg chg="add del mod">
          <ac:chgData name="Manoj Kumar." userId="895f11db-950a-4931-88cb-9a289760afa9" providerId="ADAL" clId="{4262B19B-D7F6-4B0F-A8AD-5441F6FC4404}" dt="2026-03-17T05:30:00.591" v="396" actId="26606"/>
          <ac:spMkLst>
            <pc:docMk/>
            <pc:sldMk cId="3372432272" sldId="266"/>
            <ac:spMk id="3" creationId="{CB452E8E-C026-42FB-6884-B98173CB22E3}"/>
          </ac:spMkLst>
        </pc:spChg>
        <pc:spChg chg="add del mod">
          <ac:chgData name="Manoj Kumar." userId="895f11db-950a-4931-88cb-9a289760afa9" providerId="ADAL" clId="{4262B19B-D7F6-4B0F-A8AD-5441F6FC4404}" dt="2026-03-17T05:01:31.966" v="78"/>
          <ac:spMkLst>
            <pc:docMk/>
            <pc:sldMk cId="3372432272" sldId="266"/>
            <ac:spMk id="4" creationId="{DF1C427F-E94E-95F4-CD2D-A50CE6C02DD5}"/>
          </ac:spMkLst>
        </pc:spChg>
        <pc:spChg chg="add del">
          <ac:chgData name="Manoj Kumar." userId="895f11db-950a-4931-88cb-9a289760afa9" providerId="ADAL" clId="{4262B19B-D7F6-4B0F-A8AD-5441F6FC4404}" dt="2026-03-17T05:30:00.591" v="396" actId="26606"/>
          <ac:spMkLst>
            <pc:docMk/>
            <pc:sldMk cId="3372432272" sldId="266"/>
            <ac:spMk id="9" creationId="{BACC6370-2D7E-4714-9D71-7542949D7D5D}"/>
          </ac:spMkLst>
        </pc:spChg>
        <pc:spChg chg="add del">
          <ac:chgData name="Manoj Kumar." userId="895f11db-950a-4931-88cb-9a289760afa9" providerId="ADAL" clId="{4262B19B-D7F6-4B0F-A8AD-5441F6FC4404}" dt="2026-03-17T05:30:00.591" v="396" actId="26606"/>
          <ac:spMkLst>
            <pc:docMk/>
            <pc:sldMk cId="3372432272" sldId="266"/>
            <ac:spMk id="11" creationId="{F68B3F68-107C-434F-AA38-110D5EA91B85}"/>
          </ac:spMkLst>
        </pc:spChg>
        <pc:spChg chg="add del">
          <ac:chgData name="Manoj Kumar." userId="895f11db-950a-4931-88cb-9a289760afa9" providerId="ADAL" clId="{4262B19B-D7F6-4B0F-A8AD-5441F6FC4404}" dt="2026-03-17T05:30:00.591" v="396" actId="26606"/>
          <ac:spMkLst>
            <pc:docMk/>
            <pc:sldMk cId="3372432272" sldId="266"/>
            <ac:spMk id="13" creationId="{AAD0DBB9-1A4B-4391-81D4-CB19F9AB918A}"/>
          </ac:spMkLst>
        </pc:spChg>
        <pc:spChg chg="add del">
          <ac:chgData name="Manoj Kumar." userId="895f11db-950a-4931-88cb-9a289760afa9" providerId="ADAL" clId="{4262B19B-D7F6-4B0F-A8AD-5441F6FC4404}" dt="2026-03-17T05:30:00.591" v="396" actId="26606"/>
          <ac:spMkLst>
            <pc:docMk/>
            <pc:sldMk cId="3372432272" sldId="266"/>
            <ac:spMk id="15" creationId="{063BBA22-50EA-4C4D-BE05-F1CE4E63AA56}"/>
          </ac:spMkLst>
        </pc:spChg>
        <pc:graphicFrameChg chg="add del">
          <ac:chgData name="Manoj Kumar." userId="895f11db-950a-4931-88cb-9a289760afa9" providerId="ADAL" clId="{4262B19B-D7F6-4B0F-A8AD-5441F6FC4404}" dt="2026-03-17T05:30:00.591" v="396" actId="26606"/>
          <ac:graphicFrameMkLst>
            <pc:docMk/>
            <pc:sldMk cId="3372432272" sldId="266"/>
            <ac:graphicFrameMk id="5" creationId="{C369A967-A305-5173-BC30-EE5F4139B716}"/>
          </ac:graphicFrameMkLst>
        </pc:graphicFrameChg>
      </pc:sldChg>
      <pc:sldChg chg="addSp delSp modSp new mod setBg">
        <pc:chgData name="Manoj Kumar." userId="895f11db-950a-4931-88cb-9a289760afa9" providerId="ADAL" clId="{4262B19B-D7F6-4B0F-A8AD-5441F6FC4404}" dt="2026-03-17T05:04:44.352" v="114" actId="26606"/>
        <pc:sldMkLst>
          <pc:docMk/>
          <pc:sldMk cId="2061491891" sldId="267"/>
        </pc:sldMkLst>
        <pc:spChg chg="mod">
          <ac:chgData name="Manoj Kumar." userId="895f11db-950a-4931-88cb-9a289760afa9" providerId="ADAL" clId="{4262B19B-D7F6-4B0F-A8AD-5441F6FC4404}" dt="2026-03-17T05:04:44.352" v="114" actId="26606"/>
          <ac:spMkLst>
            <pc:docMk/>
            <pc:sldMk cId="2061491891" sldId="267"/>
            <ac:spMk id="2" creationId="{0DC1A295-9E79-1267-5887-7FD564CD44FF}"/>
          </ac:spMkLst>
        </pc:spChg>
        <pc:spChg chg="del mod">
          <ac:chgData name="Manoj Kumar." userId="895f11db-950a-4931-88cb-9a289760afa9" providerId="ADAL" clId="{4262B19B-D7F6-4B0F-A8AD-5441F6FC4404}" dt="2026-03-17T05:04:37.406" v="113" actId="22"/>
          <ac:spMkLst>
            <pc:docMk/>
            <pc:sldMk cId="2061491891" sldId="267"/>
            <ac:spMk id="3" creationId="{66E9A309-5FEE-22F2-B013-5207A1902AA8}"/>
          </ac:spMkLst>
        </pc:spChg>
        <pc:spChg chg="add">
          <ac:chgData name="Manoj Kumar." userId="895f11db-950a-4931-88cb-9a289760afa9" providerId="ADAL" clId="{4262B19B-D7F6-4B0F-A8AD-5441F6FC4404}" dt="2026-03-17T05:04:44.352" v="114" actId="26606"/>
          <ac:spMkLst>
            <pc:docMk/>
            <pc:sldMk cId="2061491891" sldId="267"/>
            <ac:spMk id="10" creationId="{D12DDE76-C203-4047-9998-63900085B5E8}"/>
          </ac:spMkLst>
        </pc:spChg>
        <pc:picChg chg="add mod ord">
          <ac:chgData name="Manoj Kumar." userId="895f11db-950a-4931-88cb-9a289760afa9" providerId="ADAL" clId="{4262B19B-D7F6-4B0F-A8AD-5441F6FC4404}" dt="2026-03-17T05:04:44.352" v="114" actId="26606"/>
          <ac:picMkLst>
            <pc:docMk/>
            <pc:sldMk cId="2061491891" sldId="267"/>
            <ac:picMk id="5" creationId="{9744AD62-71B2-3DCF-24A4-D3BDB76F8828}"/>
          </ac:picMkLst>
        </pc:picChg>
      </pc:sldChg>
      <pc:sldChg chg="new">
        <pc:chgData name="Manoj Kumar." userId="895f11db-950a-4931-88cb-9a289760afa9" providerId="ADAL" clId="{4262B19B-D7F6-4B0F-A8AD-5441F6FC4404}" dt="2026-03-17T05:30:09.239" v="397" actId="680"/>
        <pc:sldMkLst>
          <pc:docMk/>
          <pc:sldMk cId="2782376692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9D616-7643-33A8-7D2A-D03380295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D3F2D8-69B0-9DD3-D055-89D3CD20E5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B3F7C-5CBF-5C03-8DE2-70CE5D5D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CB492-364F-E361-8DF4-E4874FA6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0395F-F028-10D7-3C07-309A4860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14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FD1B-6263-CAFC-6E3F-BC5F58833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E877F-FD3E-A56C-AAF7-A4BDA172F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217B0-2F90-3DCD-2B68-4FFA3053C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4955F-AACA-CC08-6F9E-896476FA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49ABF-B5C2-4103-E991-9B5DCADE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185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85E09-D81C-732F-B4C5-4C16ACE6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CF8C4-C81D-E191-6F0A-D3B610A13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CCD641-ECC5-3739-6A90-63AEEDC3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94AB0-4195-597F-75A8-9AB0BD56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3CFEF-DB81-638E-EEBC-636D9DC7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572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3B4E3-2EFE-0B86-1650-762AA694D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97209-DADF-8231-6A49-B1D5B25C0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3FAC6-C03A-E7F5-0CE9-D304F6F87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51D136-E8AA-2606-84C8-5E2B46CFF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0DC0B4-707A-3875-8318-B002452E7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7EC3-576E-AADC-7245-29EBE648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578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227B0-D458-AD27-56EA-B59BA418A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0A756-EF8D-9C56-41F4-DDCABCA72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378BB-A94F-8794-693C-8D6ABEF7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D8C0A-841B-4A04-1C3B-2F288855B4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10591-7973-7999-54F9-DC309BB3B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EDB290-1696-A311-D193-C9CCF5B40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F59794-9816-C38D-7EE3-45CB82BF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F47A2-2499-4A51-8B4A-BE2535EB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994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D5F9-D77B-332C-A20A-1CEFED70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F4B4FF-5B98-7EAC-18DE-48574B18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FCE630-0B81-B917-0E30-54760E8CE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CF1B6-1FBA-3F6E-B534-6C767007D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785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092FA4-E821-172C-C8EC-9ED6D5471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D227B2-E3F2-FC26-14D7-302A8DCB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4B195-B1BE-648C-280A-E3A6A2EC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62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9C6C6-F105-641A-400C-7E3A156F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3F7BD-7B0B-E8EB-14F2-7249873E2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2C922-0E60-2DDE-9217-12D457EDC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5BFA8-3D09-6AB9-3F43-D1ACF958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53118-5ABD-1376-D3A9-E64FFD53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091770-7658-C0F6-424C-FE7C1BD6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14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E8B4-0F12-0E82-3221-B7A7D0C38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A4D07-8661-2EC8-00F7-BA134F136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741658-4BDA-1549-D30F-98B80FC8A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74478-06C3-44A1-866E-8B9FFAD44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9B746-CAC8-159E-6ABF-C85B638A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77FCF-8AFC-3FF3-4EDF-F2EDF16B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45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5E6EA-9E95-A50B-EF8B-CCE01895D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ED44CC-2E20-3B02-90ED-A9CB21B509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31F49-FEAB-C5A6-F876-4346389BC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94FDD-9843-D4AC-CE66-5940AC96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BD7EB-0967-66D0-274B-D6E5921F4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134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C3D3A2-F930-82A6-295F-58B35FE22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5BD365-7787-F35A-518B-AD6FCB027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EF48B-BDB8-9210-D900-70EFE31C1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E7AC-6F59-A8E0-9B7B-A595CE66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C2A84-A630-6B55-BB1E-AD4BF1554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854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443A69-F48A-15C8-BE23-A9730618B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1B082-6539-F34A-52A2-02FF0BAAA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EC73E-32BE-1F26-9222-1FAF5AAF12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73632C-D82A-49B1-944C-C4119521A89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AC19D-4E42-30A7-0480-A0036334C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7450A-3B07-A422-9910-56B88FA03D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4DB4C-7DFB-4F44-828C-EEB5176050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677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C1A295-9E79-1267-5887-7FD564CD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4AD62-71B2-3DCF-24A4-D3BDB76F88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674162"/>
            <a:ext cx="7347537" cy="551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91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E6660-3D5E-22B0-8502-AB3CCB0AB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File and Recursion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EFB25-A737-413E-65D9-1AB4790F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441371" cy="44336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#include &lt;</a:t>
            </a:r>
            <a:r>
              <a:rPr lang="en-IN" sz="1800" dirty="0" err="1"/>
              <a:t>stdio.h</a:t>
            </a:r>
            <a:r>
              <a:rPr lang="en-IN" sz="1800" dirty="0"/>
              <a:t>&gt;</a:t>
            </a:r>
          </a:p>
          <a:p>
            <a:pPr marL="0" indent="0">
              <a:buNone/>
            </a:pPr>
            <a:r>
              <a:rPr lang="en-IN" sz="1800" dirty="0"/>
              <a:t>int CL(FILE *</a:t>
            </a:r>
            <a:r>
              <a:rPr lang="en-IN" sz="1800" dirty="0" err="1"/>
              <a:t>fp</a:t>
            </a:r>
            <a:r>
              <a:rPr lang="en-IN" sz="1800" dirty="0"/>
              <a:t>)</a:t>
            </a:r>
          </a:p>
          <a:p>
            <a:pPr marL="0" indent="0">
              <a:buNone/>
            </a:pPr>
            <a:r>
              <a:rPr lang="en-IN" sz="1800" dirty="0"/>
              <a:t>{</a:t>
            </a:r>
          </a:p>
          <a:p>
            <a:pPr marL="0" indent="0">
              <a:buNone/>
            </a:pPr>
            <a:r>
              <a:rPr lang="en-IN" sz="1800" dirty="0"/>
              <a:t>    char </a:t>
            </a:r>
            <a:r>
              <a:rPr lang="en-IN" sz="1800" dirty="0" err="1"/>
              <a:t>ch</a:t>
            </a:r>
            <a:r>
              <a:rPr lang="en-IN" sz="1800" dirty="0"/>
              <a:t>;</a:t>
            </a:r>
          </a:p>
          <a:p>
            <a:pPr marL="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ch</a:t>
            </a:r>
            <a:r>
              <a:rPr lang="en-IN" sz="1800" dirty="0"/>
              <a:t> = </a:t>
            </a:r>
            <a:r>
              <a:rPr lang="en-IN" sz="1800" dirty="0" err="1"/>
              <a:t>fgetc</a:t>
            </a:r>
            <a:r>
              <a:rPr lang="en-IN" sz="1800" dirty="0"/>
              <a:t>(</a:t>
            </a:r>
            <a:r>
              <a:rPr lang="en-IN" sz="1800" dirty="0" err="1"/>
              <a:t>fp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    if (</a:t>
            </a:r>
            <a:r>
              <a:rPr lang="en-IN" sz="1800" dirty="0" err="1"/>
              <a:t>ch</a:t>
            </a:r>
            <a:r>
              <a:rPr lang="en-IN" sz="1800" dirty="0"/>
              <a:t> == EOF)</a:t>
            </a:r>
          </a:p>
          <a:p>
            <a:pPr marL="0" indent="0">
              <a:buNone/>
            </a:pPr>
            <a:r>
              <a:rPr lang="en-IN" sz="1800" dirty="0"/>
              <a:t>        return 0;</a:t>
            </a:r>
          </a:p>
          <a:p>
            <a:pPr marL="0" indent="0">
              <a:buNone/>
            </a:pPr>
            <a:r>
              <a:rPr lang="en-IN" sz="1800" dirty="0"/>
              <a:t>    if (</a:t>
            </a:r>
            <a:r>
              <a:rPr lang="en-IN" sz="1800" dirty="0" err="1"/>
              <a:t>ch</a:t>
            </a:r>
            <a:r>
              <a:rPr lang="en-IN" sz="1800" dirty="0"/>
              <a:t> == '\n')</a:t>
            </a:r>
          </a:p>
          <a:p>
            <a:pPr marL="0" indent="0">
              <a:buNone/>
            </a:pPr>
            <a:r>
              <a:rPr lang="en-IN" sz="1800" dirty="0"/>
              <a:t>        return (1 + CL(</a:t>
            </a:r>
            <a:r>
              <a:rPr lang="en-IN" sz="1800" dirty="0" err="1"/>
              <a:t>fp</a:t>
            </a:r>
            <a:r>
              <a:rPr lang="en-IN" sz="1800" dirty="0"/>
              <a:t>));</a:t>
            </a:r>
          </a:p>
          <a:p>
            <a:pPr marL="0" indent="0">
              <a:buNone/>
            </a:pPr>
            <a:r>
              <a:rPr lang="en-IN" sz="1800" dirty="0"/>
              <a:t>    return CL(</a:t>
            </a:r>
            <a:r>
              <a:rPr lang="en-IN" sz="1800" dirty="0" err="1"/>
              <a:t>fp</a:t>
            </a:r>
            <a:r>
              <a:rPr lang="en-IN" sz="1800" dirty="0"/>
              <a:t>);</a:t>
            </a:r>
          </a:p>
          <a:p>
            <a:pPr marL="0" indent="0">
              <a:buNone/>
            </a:pP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F111D3-4E68-C747-0064-1EE04B615D41}"/>
              </a:ext>
            </a:extLst>
          </p:cNvPr>
          <p:cNvSpPr txBox="1"/>
          <p:nvPr/>
        </p:nvSpPr>
        <p:spPr>
          <a:xfrm>
            <a:off x="5878286" y="1915886"/>
            <a:ext cx="57803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 main()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  FILE *</a:t>
            </a:r>
            <a:r>
              <a:rPr lang="en-IN" dirty="0" err="1"/>
              <a:t>fp</a:t>
            </a:r>
            <a:r>
              <a:rPr lang="en-IN" dirty="0"/>
              <a:t>;</a:t>
            </a:r>
          </a:p>
          <a:p>
            <a:r>
              <a:rPr lang="en-IN" dirty="0"/>
              <a:t>    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</a:t>
            </a:r>
            <a:r>
              <a:rPr lang="en-IN" dirty="0" err="1"/>
              <a:t>data.txt","r</a:t>
            </a:r>
            <a:r>
              <a:rPr lang="en-IN" dirty="0"/>
              <a:t>");</a:t>
            </a:r>
          </a:p>
          <a:p>
            <a:endParaRPr lang="en-IN" dirty="0"/>
          </a:p>
          <a:p>
            <a:r>
              <a:rPr lang="en-IN" dirty="0"/>
              <a:t>    if(</a:t>
            </a:r>
            <a:r>
              <a:rPr lang="en-IN" dirty="0" err="1"/>
              <a:t>fp</a:t>
            </a:r>
            <a:r>
              <a:rPr lang="en-IN" dirty="0"/>
              <a:t>==NULL)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</a:t>
            </a:r>
            <a:r>
              <a:rPr lang="en-IN" dirty="0" err="1"/>
              <a:t>printf</a:t>
            </a:r>
            <a:r>
              <a:rPr lang="en-IN" dirty="0"/>
              <a:t>("File not found");</a:t>
            </a:r>
          </a:p>
          <a:p>
            <a:r>
              <a:rPr lang="en-IN" dirty="0"/>
              <a:t>        return 0;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int lines = CL(</a:t>
            </a:r>
            <a:r>
              <a:rPr lang="en-IN" dirty="0" err="1"/>
              <a:t>fp</a:t>
            </a:r>
            <a:r>
              <a:rPr lang="en-IN" dirty="0"/>
              <a:t>) + 1;</a:t>
            </a:r>
          </a:p>
          <a:p>
            <a:r>
              <a:rPr lang="en-IN" dirty="0"/>
              <a:t>    </a:t>
            </a:r>
            <a:r>
              <a:rPr lang="en-IN" dirty="0" err="1"/>
              <a:t>printf</a:t>
            </a:r>
            <a:r>
              <a:rPr lang="en-IN" dirty="0"/>
              <a:t>("Total Lines = %</a:t>
            </a:r>
            <a:r>
              <a:rPr lang="en-IN" dirty="0" err="1"/>
              <a:t>d",lines</a:t>
            </a:r>
            <a:r>
              <a:rPr lang="en-IN" dirty="0"/>
              <a:t>);</a:t>
            </a:r>
          </a:p>
          <a:p>
            <a:r>
              <a:rPr lang="en-IN" dirty="0"/>
              <a:t>    </a:t>
            </a: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6562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8D761-6F9A-2113-56B2-238018B2A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1099457"/>
            <a:ext cx="6030685" cy="50731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int CC(FILE *</a:t>
            </a:r>
            <a:r>
              <a:rPr lang="en-IN" dirty="0" err="1"/>
              <a:t>fp</a:t>
            </a:r>
            <a:r>
              <a:rPr lang="en-IN" dirty="0"/>
              <a:t>, char target)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	char </a:t>
            </a:r>
            <a:r>
              <a:rPr lang="en-IN" dirty="0" err="1"/>
              <a:t>ch</a:t>
            </a:r>
            <a:r>
              <a:rPr lang="en-IN" dirty="0"/>
              <a:t> = </a:t>
            </a:r>
            <a:r>
              <a:rPr lang="en-IN" dirty="0" err="1"/>
              <a:t>fgetc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	if(</a:t>
            </a:r>
            <a:r>
              <a:rPr lang="en-IN" dirty="0" err="1"/>
              <a:t>ch</a:t>
            </a:r>
            <a:r>
              <a:rPr lang="en-IN" dirty="0"/>
              <a:t> == EOF)</a:t>
            </a:r>
            <a:br>
              <a:rPr lang="en-IN" dirty="0"/>
            </a:br>
            <a:r>
              <a:rPr lang="en-IN" dirty="0"/>
              <a:t>	return 0;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	if(</a:t>
            </a:r>
            <a:r>
              <a:rPr lang="en-IN" dirty="0" err="1"/>
              <a:t>ch</a:t>
            </a:r>
            <a:r>
              <a:rPr lang="en-IN" dirty="0"/>
              <a:t> == target)</a:t>
            </a:r>
            <a:br>
              <a:rPr lang="en-IN" dirty="0"/>
            </a:br>
            <a:r>
              <a:rPr lang="en-IN" dirty="0"/>
              <a:t>	return 1 + CC(</a:t>
            </a:r>
            <a:r>
              <a:rPr lang="en-IN" dirty="0" err="1"/>
              <a:t>fp,target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return CC(</a:t>
            </a:r>
            <a:r>
              <a:rPr lang="en-IN" dirty="0" err="1"/>
              <a:t>fp,target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19B438-4E9A-9F15-B6AD-715F64747A59}"/>
              </a:ext>
            </a:extLst>
          </p:cNvPr>
          <p:cNvSpPr txBox="1"/>
          <p:nvPr/>
        </p:nvSpPr>
        <p:spPr>
          <a:xfrm>
            <a:off x="6803571" y="1012954"/>
            <a:ext cx="538842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int main()</a:t>
            </a:r>
            <a:br>
              <a:rPr lang="en-IN" sz="2800" dirty="0"/>
            </a:br>
            <a:r>
              <a:rPr lang="en-IN" sz="2800" dirty="0"/>
              <a:t>{</a:t>
            </a:r>
            <a:br>
              <a:rPr lang="en-IN" sz="2800" dirty="0"/>
            </a:br>
            <a:r>
              <a:rPr lang="en-IN" sz="2800" dirty="0"/>
              <a:t>FILE *</a:t>
            </a:r>
            <a:r>
              <a:rPr lang="en-IN" sz="2800" dirty="0" err="1"/>
              <a:t>fp</a:t>
            </a:r>
            <a:r>
              <a:rPr lang="en-IN" sz="2800" dirty="0"/>
              <a:t> = </a:t>
            </a:r>
            <a:r>
              <a:rPr lang="en-IN" sz="2800" dirty="0" err="1"/>
              <a:t>fopen</a:t>
            </a:r>
            <a:r>
              <a:rPr lang="en-IN" sz="2800" dirty="0"/>
              <a:t>("</a:t>
            </a:r>
            <a:r>
              <a:rPr lang="en-IN" sz="2800" dirty="0" err="1"/>
              <a:t>data.txt","r</a:t>
            </a:r>
            <a:r>
              <a:rPr lang="en-IN" sz="2800" dirty="0"/>
              <a:t>");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int result = CC(</a:t>
            </a:r>
            <a:r>
              <a:rPr lang="en-IN" sz="2800" dirty="0" err="1"/>
              <a:t>fp</a:t>
            </a:r>
            <a:r>
              <a:rPr lang="en-IN" sz="2800" dirty="0"/>
              <a:t>,'a');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printf</a:t>
            </a:r>
            <a:r>
              <a:rPr lang="en-IN" sz="2800" dirty="0"/>
              <a:t>("Total occurrences = %d", result);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fclose</a:t>
            </a:r>
            <a:r>
              <a:rPr lang="en-IN" sz="2800" dirty="0"/>
              <a:t>(</a:t>
            </a:r>
            <a:r>
              <a:rPr lang="en-IN" sz="2800" dirty="0" err="1"/>
              <a:t>fp</a:t>
            </a:r>
            <a:r>
              <a:rPr lang="en-IN" sz="2800" dirty="0"/>
              <a:t>);</a:t>
            </a:r>
            <a:br>
              <a:rPr lang="en-IN" sz="2800" dirty="0"/>
            </a:br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5254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A1811-9410-C6AA-1904-BEFE6ED26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4514"/>
            <a:ext cx="4180114" cy="4833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fun(FILE *</a:t>
            </a:r>
            <a:r>
              <a:rPr lang="en-IN" dirty="0" err="1"/>
              <a:t>fp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char </a:t>
            </a:r>
            <a:r>
              <a:rPr lang="en-IN" dirty="0" err="1"/>
              <a:t>ch</a:t>
            </a:r>
            <a:r>
              <a:rPr lang="en-IN" dirty="0"/>
              <a:t> = </a:t>
            </a:r>
            <a:r>
              <a:rPr lang="en-IN" dirty="0" err="1"/>
              <a:t>fgetc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if(</a:t>
            </a:r>
            <a:r>
              <a:rPr lang="en-IN" dirty="0" err="1"/>
              <a:t>ch</a:t>
            </a:r>
            <a:r>
              <a:rPr lang="en-IN" dirty="0"/>
              <a:t> == EOF)</a:t>
            </a:r>
            <a:br>
              <a:rPr lang="en-IN" dirty="0"/>
            </a:br>
            <a:r>
              <a:rPr lang="en-IN" dirty="0"/>
              <a:t>return 0;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return 1 + fun(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AA1967-F5CE-1259-947B-0A16E59BF506}"/>
              </a:ext>
            </a:extLst>
          </p:cNvPr>
          <p:cNvSpPr txBox="1"/>
          <p:nvPr/>
        </p:nvSpPr>
        <p:spPr>
          <a:xfrm>
            <a:off x="5943600" y="914400"/>
            <a:ext cx="58020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int main()</a:t>
            </a:r>
            <a:br>
              <a:rPr lang="en-IN" sz="2800" dirty="0"/>
            </a:br>
            <a:r>
              <a:rPr lang="en-IN" sz="2800" dirty="0"/>
              <a:t>{</a:t>
            </a:r>
            <a:br>
              <a:rPr lang="en-IN" sz="2800" dirty="0"/>
            </a:br>
            <a:r>
              <a:rPr lang="en-IN" sz="2800" dirty="0"/>
              <a:t>FILE *</a:t>
            </a:r>
            <a:r>
              <a:rPr lang="en-IN" sz="2800" dirty="0" err="1"/>
              <a:t>fp</a:t>
            </a:r>
            <a:r>
              <a:rPr lang="en-IN" sz="2800" dirty="0"/>
              <a:t> = </a:t>
            </a:r>
            <a:r>
              <a:rPr lang="en-IN" sz="2800" dirty="0" err="1"/>
              <a:t>fopen</a:t>
            </a:r>
            <a:r>
              <a:rPr lang="en-IN" sz="2800" dirty="0"/>
              <a:t>("</a:t>
            </a:r>
            <a:r>
              <a:rPr lang="en-IN" sz="2800" dirty="0" err="1"/>
              <a:t>data.txt","r</a:t>
            </a:r>
            <a:r>
              <a:rPr lang="en-IN" sz="2800" dirty="0"/>
              <a:t>");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int size = fun(</a:t>
            </a:r>
            <a:r>
              <a:rPr lang="en-IN" sz="2800" dirty="0" err="1"/>
              <a:t>fp</a:t>
            </a:r>
            <a:r>
              <a:rPr lang="en-IN" sz="2800" dirty="0"/>
              <a:t>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printf</a:t>
            </a:r>
            <a:r>
              <a:rPr lang="en-IN" sz="2800" dirty="0"/>
              <a:t>("TC = %</a:t>
            </a:r>
            <a:r>
              <a:rPr lang="en-IN" sz="2800" dirty="0" err="1"/>
              <a:t>d",size</a:t>
            </a:r>
            <a:r>
              <a:rPr lang="en-IN" sz="2800" dirty="0"/>
              <a:t>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fclose</a:t>
            </a:r>
            <a:r>
              <a:rPr lang="en-IN" sz="2800" dirty="0"/>
              <a:t>(</a:t>
            </a:r>
            <a:r>
              <a:rPr lang="en-IN" sz="2800" dirty="0" err="1"/>
              <a:t>fp</a:t>
            </a:r>
            <a:r>
              <a:rPr lang="en-IN" sz="2800" dirty="0"/>
              <a:t>);</a:t>
            </a:r>
            <a:br>
              <a:rPr lang="en-IN" sz="2800" dirty="0"/>
            </a:br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90075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71CD4-D2C1-7FCB-CFEB-D42345106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04257"/>
            <a:ext cx="4767943" cy="458288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CD(FILE *</a:t>
            </a:r>
            <a:r>
              <a:rPr lang="en-IN" dirty="0" err="1"/>
              <a:t>fp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char </a:t>
            </a:r>
            <a:r>
              <a:rPr lang="en-IN" dirty="0" err="1"/>
              <a:t>ch</a:t>
            </a:r>
            <a:r>
              <a:rPr lang="en-IN" dirty="0"/>
              <a:t> = </a:t>
            </a:r>
            <a:r>
              <a:rPr lang="en-IN" dirty="0" err="1"/>
              <a:t>fgetc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if(</a:t>
            </a:r>
            <a:r>
              <a:rPr lang="en-IN" dirty="0" err="1"/>
              <a:t>ch</a:t>
            </a:r>
            <a:r>
              <a:rPr lang="en-IN" dirty="0"/>
              <a:t> == EOF)</a:t>
            </a:r>
            <a:br>
              <a:rPr lang="en-IN" dirty="0"/>
            </a:br>
            <a:r>
              <a:rPr lang="en-IN" dirty="0"/>
              <a:t>return 0;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if(</a:t>
            </a:r>
            <a:r>
              <a:rPr lang="en-IN" dirty="0" err="1"/>
              <a:t>ch</a:t>
            </a:r>
            <a:r>
              <a:rPr lang="en-IN" dirty="0"/>
              <a:t> &gt;= '0' &amp;&amp; </a:t>
            </a:r>
            <a:r>
              <a:rPr lang="en-IN" dirty="0" err="1"/>
              <a:t>ch</a:t>
            </a:r>
            <a:r>
              <a:rPr lang="en-IN" dirty="0"/>
              <a:t> &lt;= '9')</a:t>
            </a:r>
            <a:br>
              <a:rPr lang="en-IN" dirty="0"/>
            </a:br>
            <a:r>
              <a:rPr lang="en-IN" dirty="0"/>
              <a:t>return 1 + CD(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return CD(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CABFB-F543-E796-AEC7-D0AC2E50EF9B}"/>
              </a:ext>
            </a:extLst>
          </p:cNvPr>
          <p:cNvSpPr txBox="1"/>
          <p:nvPr/>
        </p:nvSpPr>
        <p:spPr>
          <a:xfrm>
            <a:off x="6172200" y="1328057"/>
            <a:ext cx="507274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int main()</a:t>
            </a:r>
            <a:br>
              <a:rPr lang="en-IN" sz="2800" dirty="0"/>
            </a:br>
            <a:r>
              <a:rPr lang="en-IN" sz="2800" dirty="0"/>
              <a:t>{</a:t>
            </a:r>
            <a:br>
              <a:rPr lang="en-IN" sz="2800" dirty="0"/>
            </a:br>
            <a:r>
              <a:rPr lang="en-IN" sz="2800" dirty="0"/>
              <a:t>FILE *</a:t>
            </a:r>
            <a:r>
              <a:rPr lang="en-IN" sz="2800" dirty="0" err="1"/>
              <a:t>fp</a:t>
            </a:r>
            <a:r>
              <a:rPr lang="en-IN" sz="2800" dirty="0"/>
              <a:t> = </a:t>
            </a:r>
            <a:r>
              <a:rPr lang="en-IN" sz="2800" dirty="0" err="1"/>
              <a:t>fopen</a:t>
            </a:r>
            <a:r>
              <a:rPr lang="en-IN" sz="2800" dirty="0"/>
              <a:t>("</a:t>
            </a:r>
            <a:r>
              <a:rPr lang="en-IN" sz="2800" dirty="0" err="1"/>
              <a:t>data.txt","r</a:t>
            </a:r>
            <a:r>
              <a:rPr lang="en-IN" sz="2800" dirty="0"/>
              <a:t>");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/>
              <a:t>int digits = CD(</a:t>
            </a:r>
            <a:r>
              <a:rPr lang="en-IN" sz="2800" dirty="0" err="1"/>
              <a:t>fp</a:t>
            </a:r>
            <a:r>
              <a:rPr lang="en-IN" sz="2800" dirty="0"/>
              <a:t>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printf</a:t>
            </a:r>
            <a:r>
              <a:rPr lang="en-IN" sz="2800" dirty="0"/>
              <a:t>("Total digits = %</a:t>
            </a:r>
            <a:r>
              <a:rPr lang="en-IN" sz="2800" dirty="0" err="1"/>
              <a:t>d",digits</a:t>
            </a:r>
            <a:r>
              <a:rPr lang="en-IN" sz="2800" dirty="0"/>
              <a:t>);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 err="1"/>
              <a:t>fclose</a:t>
            </a:r>
            <a:r>
              <a:rPr lang="en-IN" sz="2800" dirty="0"/>
              <a:t>(</a:t>
            </a:r>
            <a:r>
              <a:rPr lang="en-IN" sz="2800" dirty="0" err="1"/>
              <a:t>fp</a:t>
            </a:r>
            <a:r>
              <a:rPr lang="en-IN" sz="2800" dirty="0"/>
              <a:t>);</a:t>
            </a:r>
            <a:br>
              <a:rPr lang="en-IN" sz="2800" dirty="0"/>
            </a:br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42736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00DDE-9A79-E6A7-4A08-1D9555A9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AE44C-67AE-FF71-20E5-FD21F683A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53"/>
            <a:ext cx="4386943" cy="41615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void RP(FILE *</a:t>
            </a:r>
            <a:r>
              <a:rPr lang="en-IN" dirty="0" err="1"/>
              <a:t>fp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	char </a:t>
            </a:r>
            <a:r>
              <a:rPr lang="en-IN" dirty="0" err="1"/>
              <a:t>ch</a:t>
            </a:r>
            <a:r>
              <a:rPr lang="en-IN" dirty="0"/>
              <a:t> = </a:t>
            </a:r>
            <a:r>
              <a:rPr lang="en-IN" dirty="0" err="1"/>
              <a:t>fgetc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	if(</a:t>
            </a:r>
            <a:r>
              <a:rPr lang="en-IN" dirty="0" err="1"/>
              <a:t>ch</a:t>
            </a:r>
            <a:r>
              <a:rPr lang="en-IN" dirty="0"/>
              <a:t> == EOF)</a:t>
            </a:r>
            <a:br>
              <a:rPr lang="en-IN" dirty="0"/>
            </a:br>
            <a:r>
              <a:rPr lang="en-IN" dirty="0"/>
              <a:t>	return;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	RP(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("%c",</a:t>
            </a:r>
            <a:r>
              <a:rPr lang="en-IN" dirty="0" err="1"/>
              <a:t>ch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E49D69-F722-E508-BAA1-B29F0985DDCB}"/>
              </a:ext>
            </a:extLst>
          </p:cNvPr>
          <p:cNvSpPr txBox="1"/>
          <p:nvPr/>
        </p:nvSpPr>
        <p:spPr>
          <a:xfrm>
            <a:off x="6096000" y="1499053"/>
            <a:ext cx="507274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int main()</a:t>
            </a:r>
            <a:br>
              <a:rPr lang="en-US" sz="2800" dirty="0"/>
            </a:br>
            <a:r>
              <a:rPr lang="en-US" sz="2800" dirty="0"/>
              <a:t>{</a:t>
            </a:r>
            <a:br>
              <a:rPr lang="en-US" sz="2800" dirty="0"/>
            </a:br>
            <a:r>
              <a:rPr lang="en-US" sz="2800" dirty="0"/>
              <a:t>FILE *</a:t>
            </a:r>
            <a:r>
              <a:rPr lang="en-US" sz="2800" dirty="0" err="1"/>
              <a:t>fp</a:t>
            </a:r>
            <a:r>
              <a:rPr lang="en-US" sz="2800" dirty="0"/>
              <a:t> = </a:t>
            </a:r>
            <a:r>
              <a:rPr lang="en-US" sz="2800" dirty="0" err="1"/>
              <a:t>fopen</a:t>
            </a:r>
            <a:r>
              <a:rPr lang="en-US" sz="2800" dirty="0"/>
              <a:t>("</a:t>
            </a:r>
            <a:r>
              <a:rPr lang="en-US" sz="2800" dirty="0" err="1"/>
              <a:t>data.txt","r</a:t>
            </a:r>
            <a:r>
              <a:rPr lang="en-US" sz="2800" dirty="0"/>
              <a:t>");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RP(</a:t>
            </a:r>
            <a:r>
              <a:rPr lang="en-US" sz="2800" dirty="0" err="1"/>
              <a:t>fp</a:t>
            </a:r>
            <a:r>
              <a:rPr lang="en-US" sz="2800" dirty="0"/>
              <a:t>);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 err="1"/>
              <a:t>fclose</a:t>
            </a:r>
            <a:r>
              <a:rPr lang="en-US" sz="2800" dirty="0"/>
              <a:t>(</a:t>
            </a:r>
            <a:r>
              <a:rPr lang="en-US" sz="2800" dirty="0" err="1"/>
              <a:t>fp</a:t>
            </a:r>
            <a:r>
              <a:rPr lang="en-US" sz="2800" dirty="0"/>
              <a:t>);</a:t>
            </a:r>
            <a:br>
              <a:rPr lang="en-US" sz="2800" dirty="0"/>
            </a:br>
            <a:r>
              <a:rPr lang="en-US" sz="2800" dirty="0"/>
              <a:t>}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0705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DFCA0-6517-EC46-4D21-187EB9814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60EF5-C05F-B494-C126-81C03236A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277CD-E50F-3BFC-330F-D949F746C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86943" cy="416151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void </a:t>
            </a:r>
            <a:r>
              <a:rPr lang="en-IN" dirty="0" err="1"/>
              <a:t>lastLine</a:t>
            </a:r>
            <a:r>
              <a:rPr lang="en-IN" dirty="0"/>
              <a:t>(FILE *</a:t>
            </a:r>
            <a:r>
              <a:rPr lang="en-IN" dirty="0" err="1"/>
              <a:t>fp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char line[100];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if(</a:t>
            </a:r>
            <a:r>
              <a:rPr lang="en-IN" dirty="0" err="1"/>
              <a:t>fgets</a:t>
            </a:r>
            <a:r>
              <a:rPr lang="en-IN" dirty="0"/>
              <a:t>(line,100,fp)==NULL)</a:t>
            </a:r>
            <a:br>
              <a:rPr lang="en-IN" dirty="0"/>
            </a:br>
            <a:r>
              <a:rPr lang="en-IN" dirty="0"/>
              <a:t>return;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lastLine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if(</a:t>
            </a:r>
            <a:r>
              <a:rPr lang="en-IN" dirty="0" err="1"/>
              <a:t>feof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))</a:t>
            </a:r>
            <a:br>
              <a:rPr lang="en-IN" dirty="0"/>
            </a:br>
            <a:r>
              <a:rPr lang="en-IN" dirty="0" err="1"/>
              <a:t>printf</a:t>
            </a:r>
            <a:r>
              <a:rPr lang="en-IN" dirty="0"/>
              <a:t>("%</a:t>
            </a:r>
            <a:r>
              <a:rPr lang="en-IN" dirty="0" err="1"/>
              <a:t>s",line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CD7A59-D405-D2A7-1D1B-0BFF76DDB7FC}"/>
              </a:ext>
            </a:extLst>
          </p:cNvPr>
          <p:cNvSpPr txBox="1"/>
          <p:nvPr/>
        </p:nvSpPr>
        <p:spPr>
          <a:xfrm>
            <a:off x="6096000" y="1915886"/>
            <a:ext cx="507274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int main()</a:t>
            </a:r>
            <a:br>
              <a:rPr lang="en-IN" dirty="0"/>
            </a:br>
            <a:r>
              <a:rPr lang="en-IN" dirty="0"/>
              <a:t>{</a:t>
            </a:r>
            <a:br>
              <a:rPr lang="en-IN" dirty="0"/>
            </a:br>
            <a:r>
              <a:rPr lang="en-IN" dirty="0"/>
              <a:t>FILE *</a:t>
            </a:r>
            <a:r>
              <a:rPr lang="en-IN" dirty="0" err="1"/>
              <a:t>fp</a:t>
            </a:r>
            <a:r>
              <a:rPr lang="en-IN" dirty="0"/>
              <a:t> = </a:t>
            </a:r>
            <a:r>
              <a:rPr lang="en-IN" dirty="0" err="1"/>
              <a:t>fopen</a:t>
            </a:r>
            <a:r>
              <a:rPr lang="en-IN" dirty="0"/>
              <a:t>("</a:t>
            </a:r>
            <a:r>
              <a:rPr lang="en-IN" dirty="0" err="1"/>
              <a:t>data.txt","r</a:t>
            </a:r>
            <a:r>
              <a:rPr lang="en-IN" dirty="0"/>
              <a:t>");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lastLine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fclose</a:t>
            </a:r>
            <a:r>
              <a:rPr lang="en-IN" dirty="0"/>
              <a:t>(</a:t>
            </a:r>
            <a:r>
              <a:rPr lang="en-IN" dirty="0" err="1"/>
              <a:t>fp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720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D84F1-16CE-E783-6CC2-BE4D49CCF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 the output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D31E1-2E49-A33F-8B54-5876D5444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28457" cy="45860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3200" dirty="0"/>
              <a:t>#include &lt;</a:t>
            </a:r>
            <a:r>
              <a:rPr lang="en-IN" sz="3200" dirty="0" err="1"/>
              <a:t>stdio.h</a:t>
            </a:r>
            <a:r>
              <a:rPr lang="en-IN" sz="3200" dirty="0"/>
              <a:t>&gt;</a:t>
            </a:r>
          </a:p>
          <a:p>
            <a:pPr marL="0" indent="0">
              <a:buNone/>
            </a:pPr>
            <a:r>
              <a:rPr lang="en-IN" sz="3200" dirty="0"/>
              <a:t>void fun(FILE *</a:t>
            </a:r>
            <a:r>
              <a:rPr lang="en-IN" sz="3200" dirty="0" err="1"/>
              <a:t>fp</a:t>
            </a:r>
            <a:r>
              <a:rPr lang="en-IN" sz="3200" dirty="0"/>
              <a:t>)</a:t>
            </a:r>
          </a:p>
          <a:p>
            <a:pPr marL="0" indent="0">
              <a:buNone/>
            </a:pPr>
            <a:r>
              <a:rPr lang="en-IN" sz="3200" dirty="0"/>
              <a:t>{     char </a:t>
            </a:r>
            <a:r>
              <a:rPr lang="en-IN" sz="3200" dirty="0" err="1"/>
              <a:t>ch</a:t>
            </a:r>
            <a:r>
              <a:rPr lang="en-IN" sz="3200" dirty="0"/>
              <a:t> = </a:t>
            </a:r>
            <a:r>
              <a:rPr lang="en-IN" sz="3200" dirty="0" err="1"/>
              <a:t>fgetc</a:t>
            </a:r>
            <a:r>
              <a:rPr lang="en-IN" sz="3200" dirty="0"/>
              <a:t>(</a:t>
            </a:r>
            <a:r>
              <a:rPr lang="en-IN" sz="3200" dirty="0" err="1"/>
              <a:t>fp</a:t>
            </a:r>
            <a:r>
              <a:rPr lang="en-IN" sz="3200" dirty="0"/>
              <a:t>);</a:t>
            </a:r>
          </a:p>
          <a:p>
            <a:pPr marL="0" indent="0">
              <a:buNone/>
            </a:pPr>
            <a:r>
              <a:rPr lang="en-IN" sz="3200" dirty="0"/>
              <a:t>    if(</a:t>
            </a:r>
            <a:r>
              <a:rPr lang="en-IN" sz="3200" dirty="0" err="1"/>
              <a:t>ch</a:t>
            </a:r>
            <a:r>
              <a:rPr lang="en-IN" sz="3200" dirty="0"/>
              <a:t> == EOF)</a:t>
            </a:r>
          </a:p>
          <a:p>
            <a:pPr marL="0" indent="0">
              <a:buNone/>
            </a:pPr>
            <a:r>
              <a:rPr lang="en-IN" sz="3200" dirty="0"/>
              <a:t>        return;</a:t>
            </a:r>
          </a:p>
          <a:p>
            <a:pPr marL="0" indent="0">
              <a:buNone/>
            </a:pPr>
            <a:r>
              <a:rPr lang="en-IN" sz="3200" dirty="0"/>
              <a:t>    </a:t>
            </a:r>
            <a:r>
              <a:rPr lang="en-IN" sz="3200" dirty="0" err="1"/>
              <a:t>printf</a:t>
            </a:r>
            <a:r>
              <a:rPr lang="en-IN" sz="3200" dirty="0"/>
              <a:t>("%c", </a:t>
            </a:r>
            <a:r>
              <a:rPr lang="en-IN" sz="3200" dirty="0" err="1"/>
              <a:t>ch</a:t>
            </a:r>
            <a:r>
              <a:rPr lang="en-IN" sz="3200" dirty="0"/>
              <a:t>);</a:t>
            </a:r>
          </a:p>
          <a:p>
            <a:pPr marL="0" indent="0">
              <a:buNone/>
            </a:pPr>
            <a:r>
              <a:rPr lang="en-IN" sz="3200" dirty="0"/>
              <a:t>    fun(</a:t>
            </a:r>
            <a:r>
              <a:rPr lang="en-IN" sz="3200" dirty="0" err="1"/>
              <a:t>fp</a:t>
            </a:r>
            <a:r>
              <a:rPr lang="en-IN" sz="3200" dirty="0"/>
              <a:t>);</a:t>
            </a:r>
          </a:p>
          <a:p>
            <a:pPr marL="0" indent="0">
              <a:buNone/>
            </a:pPr>
            <a:r>
              <a:rPr lang="en-IN" sz="3200" dirty="0"/>
              <a:t>    </a:t>
            </a:r>
            <a:r>
              <a:rPr lang="en-IN" sz="3200" dirty="0" err="1"/>
              <a:t>printf</a:t>
            </a:r>
            <a:r>
              <a:rPr lang="en-IN" sz="3200" dirty="0"/>
              <a:t>("%c", </a:t>
            </a:r>
            <a:r>
              <a:rPr lang="en-IN" sz="3200" dirty="0" err="1"/>
              <a:t>ch</a:t>
            </a:r>
            <a:r>
              <a:rPr lang="en-IN" sz="3200" dirty="0"/>
              <a:t>); 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635D720-5624-7AD3-D39A-1F85EDB54A03}"/>
              </a:ext>
            </a:extLst>
          </p:cNvPr>
          <p:cNvSpPr txBox="1">
            <a:spLocks/>
          </p:cNvSpPr>
          <p:nvPr/>
        </p:nvSpPr>
        <p:spPr>
          <a:xfrm>
            <a:off x="6640285" y="922109"/>
            <a:ext cx="4528457" cy="35519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200" dirty="0"/>
              <a:t>int main()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3200" dirty="0"/>
              <a:t>{     </a:t>
            </a:r>
          </a:p>
          <a:p>
            <a:pPr marL="457200" lvl="1" indent="0">
              <a:buNone/>
            </a:pPr>
            <a:r>
              <a:rPr lang="en-IN" sz="2800" dirty="0"/>
              <a:t>FILE *</a:t>
            </a:r>
            <a:r>
              <a:rPr lang="en-IN" sz="2800" dirty="0" err="1"/>
              <a:t>fp</a:t>
            </a:r>
            <a:r>
              <a:rPr lang="en-IN" sz="2800" dirty="0"/>
              <a:t> = </a:t>
            </a:r>
            <a:r>
              <a:rPr lang="en-IN" sz="2800" dirty="0" err="1"/>
              <a:t>fopen</a:t>
            </a:r>
            <a:r>
              <a:rPr lang="en-IN" sz="2800" dirty="0"/>
              <a:t>("</a:t>
            </a:r>
            <a:r>
              <a:rPr lang="en-IN" sz="2800" dirty="0" err="1"/>
              <a:t>data.txt","r</a:t>
            </a:r>
            <a:r>
              <a:rPr lang="en-IN" sz="2800" dirty="0"/>
              <a:t>");</a:t>
            </a:r>
          </a:p>
          <a:p>
            <a:pPr marL="457200" lvl="1" indent="0">
              <a:buNone/>
            </a:pPr>
            <a:r>
              <a:rPr lang="en-IN" sz="2800" dirty="0"/>
              <a:t>    fun(</a:t>
            </a:r>
            <a:r>
              <a:rPr lang="en-IN" sz="2800" dirty="0" err="1"/>
              <a:t>fp</a:t>
            </a:r>
            <a:r>
              <a:rPr lang="en-IN" sz="2800" dirty="0"/>
              <a:t>);</a:t>
            </a:r>
          </a:p>
          <a:p>
            <a:pPr marL="457200" lvl="1" indent="0">
              <a:buNone/>
            </a:pPr>
            <a:r>
              <a:rPr lang="en-IN" sz="2800" dirty="0"/>
              <a:t>    </a:t>
            </a:r>
            <a:r>
              <a:rPr lang="en-IN" sz="2800" dirty="0" err="1"/>
              <a:t>fclose</a:t>
            </a:r>
            <a:r>
              <a:rPr lang="en-IN" sz="2800" dirty="0"/>
              <a:t>(</a:t>
            </a:r>
            <a:r>
              <a:rPr lang="en-IN" sz="2800" dirty="0" err="1"/>
              <a:t>fp</a:t>
            </a:r>
            <a:r>
              <a:rPr lang="en-IN" sz="2800" dirty="0"/>
              <a:t>);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sz="32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E80D80-624B-DBBE-62C7-A877CA29251A}"/>
              </a:ext>
            </a:extLst>
          </p:cNvPr>
          <p:cNvSpPr txBox="1"/>
          <p:nvPr/>
        </p:nvSpPr>
        <p:spPr>
          <a:xfrm>
            <a:off x="6096000" y="4669971"/>
            <a:ext cx="5257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File Content : ABC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82566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42C8-4ADF-D8F9-74B7-A64FCD73E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52E8E-C026-42FB-6884-B98173CB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Output:  ABCCBA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Forward printing → </a:t>
            </a:r>
            <a:r>
              <a:rPr lang="en-US" altLang="en-US" dirty="0">
                <a:latin typeface="Arial Unicode MS"/>
              </a:rPr>
              <a:t>A B C</a:t>
            </a: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Recursive return → </a:t>
            </a:r>
            <a:r>
              <a:rPr lang="en-US" altLang="en-US" dirty="0">
                <a:latin typeface="Arial Unicode MS"/>
              </a:rPr>
              <a:t>C B A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432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AF91-B409-7BDA-2B74-56BFA4191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D2E75-80FB-65FC-8EFC-D6FF9E2C9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237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754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Arial Unicode MS</vt:lpstr>
      <vt:lpstr>Office Theme</vt:lpstr>
      <vt:lpstr>File </vt:lpstr>
      <vt:lpstr>File and Recursion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 the output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Kumar.</dc:creator>
  <cp:lastModifiedBy>Manoj Kumar.</cp:lastModifiedBy>
  <cp:revision>1</cp:revision>
  <dcterms:created xsi:type="dcterms:W3CDTF">2026-03-17T02:11:40Z</dcterms:created>
  <dcterms:modified xsi:type="dcterms:W3CDTF">2026-03-17T05:30:19Z</dcterms:modified>
</cp:coreProperties>
</file>