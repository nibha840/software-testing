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." userId="895f11db-950a-4931-88cb-9a289760afa9" providerId="ADAL" clId="{4262B19B-D7F6-4B0F-A8AD-5441F6FC4404}"/>
    <pc:docChg chg="modSld">
      <pc:chgData name="Manoj Kumar." userId="895f11db-950a-4931-88cb-9a289760afa9" providerId="ADAL" clId="{4262B19B-D7F6-4B0F-A8AD-5441F6FC4404}" dt="2026-04-21T06:35:31.780" v="4" actId="20577"/>
      <pc:docMkLst>
        <pc:docMk/>
      </pc:docMkLst>
      <pc:sldChg chg="modSp mod">
        <pc:chgData name="Manoj Kumar." userId="895f11db-950a-4931-88cb-9a289760afa9" providerId="ADAL" clId="{4262B19B-D7F6-4B0F-A8AD-5441F6FC4404}" dt="2026-04-21T06:35:31.780" v="4" actId="20577"/>
        <pc:sldMkLst>
          <pc:docMk/>
          <pc:sldMk cId="1846555067" sldId="257"/>
        </pc:sldMkLst>
        <pc:spChg chg="mod">
          <ac:chgData name="Manoj Kumar." userId="895f11db-950a-4931-88cb-9a289760afa9" providerId="ADAL" clId="{4262B19B-D7F6-4B0F-A8AD-5441F6FC4404}" dt="2026-04-21T06:31:38.383" v="0" actId="20577"/>
          <ac:spMkLst>
            <pc:docMk/>
            <pc:sldMk cId="1846555067" sldId="257"/>
            <ac:spMk id="2" creationId="{DD8E45C9-72E4-4B79-927C-12709688F5F6}"/>
          </ac:spMkLst>
        </pc:spChg>
        <pc:spChg chg="mod">
          <ac:chgData name="Manoj Kumar." userId="895f11db-950a-4931-88cb-9a289760afa9" providerId="ADAL" clId="{4262B19B-D7F6-4B0F-A8AD-5441F6FC4404}" dt="2026-04-21T06:35:31.780" v="4" actId="20577"/>
          <ac:spMkLst>
            <pc:docMk/>
            <pc:sldMk cId="1846555067" sldId="257"/>
            <ac:spMk id="3" creationId="{4B51335F-118D-E537-953D-F84BFC18D6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E066-EAF7-A4A2-EDC4-B4E468DDE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2B526-8E53-884D-BF1F-D7694C8A6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5895-27B8-64A5-905C-9D6BE673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C0B39-2BB5-C1C5-919E-D4A3F185E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AB4A4-9EDA-8273-735A-F27C4C74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209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0F66-F2F6-7F86-96D8-D04A54F9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49B0-53B7-25C9-EAEC-25FDFAEC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AB4E9-4099-E68F-77A9-F47388B3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B258-C6E9-212E-796C-280B2DA2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D063E-D4D0-BD91-02E1-37A20CEB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066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F4F6-8B9D-B683-7190-E9E4B6A7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87C90-1754-9BFC-1012-3CBBDC720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DEA7C-7CC1-69F5-5D81-7045D05E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5B1B5-14ED-053F-1F5B-6671DD25F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C7D81-B551-66FF-04E4-C609824A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7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9357-8EAE-4C6D-FB0D-B468B7F2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D7225-9477-5105-EDBA-59B49C938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25433-8E12-4B78-F71E-7F43B5789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0412A-7E66-ACC8-81EE-983437BD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A160A-F11E-D7E0-0EC4-8BBB4DF6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80B0C-62BE-134D-57B4-4AEE9E5F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67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EF570-EAAF-5446-EEC8-D7275C6F5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D31C5-D48C-D169-9BA0-DA065F46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60303-B536-0A5F-E8C0-2B102B1BC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149B3-E99E-6C09-7B44-2B7BD5DB8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9CE063-B7BC-CDBF-D87F-69D998C0C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90260-3D79-5EEC-FFBC-81912570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C7235-0DD2-8EFB-FFE5-B4B193EB6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3426E-0CF2-9E4F-307E-1B5AB2AB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533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151A-32B6-8C17-7BC4-B9EBF73E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A6C5C-F0C7-C64D-D370-4DC7C51B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54EA3-FED1-F430-F651-F4170788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A5150-9DCB-C96E-45D0-A0A1E42C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24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A5B3F-AAB0-D736-32BE-EAFCB4D1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D0C358-EC4C-AE27-41A7-65106FF8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79C23-EB4E-A3C6-AC14-A55E284A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69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C82B-B513-F438-CD8D-3F9DE7A8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BEBD-0BE8-5A36-6260-94895373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1D432-2C26-55A8-6D2B-98BF4F29D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371D1-8F8F-EF75-81B8-499A7AEF2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ED896-554A-0EB0-23F9-DA934496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B872F-C238-9F06-06AD-CD68D0CE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48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D85D-46CE-9554-6794-42D41F47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82EE6-2A94-2BE9-94D7-616116025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13F9D-0BBB-43EF-DD40-28B151051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EC369-23E3-E171-461E-D9912236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4DF8D-6600-F102-E485-95B08FE0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9FEBF-CECC-450B-63D3-93409663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21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2AC0-B59D-3248-EAF4-6DCDEFC9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2B78A-3D96-FC6A-EE34-94116B71C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134E9-61C0-E602-0E35-B45BDD3C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EA879-56B6-92EE-D5AE-C4503DED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2EF4-B3B7-546C-DEBA-770DE57E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21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B4B06-5D56-3AAB-4EF8-A5AD8756D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2A5D4-A7F4-439D-2578-2D1E2E0D3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BF111-AEAD-8548-D815-6F66FE81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D20FE-3A30-60CA-FE8D-17970EB4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5B897-7278-30CB-5ABC-6430A978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970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BF9689-841E-E296-E15C-D8D06E75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58F3C-FF30-5E2B-30E6-A1F1DC9BF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3F46A-6F62-D101-7D34-09B3690EC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BB94E-5785-4D36-9CF0-8C49CFA19268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53A6-B603-5EBC-E9EF-0FFD70C69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5D7FC-C3B1-C4C4-5483-B326F3FF9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B4795-3651-44C3-8296-451B1F6C8C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53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45C9-72E4-4B79-927C-12709688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1335F-118D-E537-953D-F84BFC18D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US" sz="3200" dirty="0"/>
              <a:t>#include &lt;</a:t>
            </a:r>
            <a:r>
              <a:rPr lang="en-US" sz="3200" dirty="0" err="1"/>
              <a:t>stdio.h</a:t>
            </a:r>
            <a:r>
              <a:rPr lang="en-US" sz="3200" dirty="0"/>
              <a:t>&gt;</a:t>
            </a:r>
          </a:p>
          <a:p>
            <a:pPr marL="914400" lvl="2" indent="0">
              <a:buNone/>
            </a:pPr>
            <a:r>
              <a:rPr lang="en-US" sz="3200" dirty="0"/>
              <a:t>int main() {</a:t>
            </a:r>
          </a:p>
          <a:p>
            <a:pPr marL="914400" lvl="2" indent="0">
              <a:buNone/>
            </a:pPr>
            <a:r>
              <a:rPr lang="en-US" sz="3200" dirty="0"/>
              <a:t>    int a = 5, b;</a:t>
            </a:r>
          </a:p>
          <a:p>
            <a:pPr marL="914400" lvl="2" indent="0">
              <a:buNone/>
            </a:pPr>
            <a:r>
              <a:rPr lang="en-US" sz="3200" dirty="0"/>
              <a:t>    b = a++ </a:t>
            </a:r>
            <a:r>
              <a:rPr lang="en-US" sz="3200"/>
              <a:t>+ a++;</a:t>
            </a:r>
            <a:endParaRPr lang="en-US" sz="3200" dirty="0"/>
          </a:p>
          <a:p>
            <a:pPr marL="914400" lvl="2" indent="0">
              <a:buNone/>
            </a:pPr>
            <a:r>
              <a:rPr lang="en-US" sz="3200" dirty="0"/>
              <a:t>    </a:t>
            </a:r>
            <a:r>
              <a:rPr lang="en-US" sz="3200" dirty="0" err="1"/>
              <a:t>printf</a:t>
            </a:r>
            <a:r>
              <a:rPr lang="en-US" sz="3200" dirty="0"/>
              <a:t>("%d %d", a, b);</a:t>
            </a:r>
          </a:p>
          <a:p>
            <a:pPr marL="914400" lvl="2" indent="0">
              <a:buNone/>
            </a:pPr>
            <a:r>
              <a:rPr lang="en-US" sz="3200" dirty="0"/>
              <a:t>    return 0;</a:t>
            </a:r>
          </a:p>
          <a:p>
            <a:pPr marL="914400" lvl="2" indent="0">
              <a:buNone/>
            </a:pPr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655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E057-6A92-268A-5261-FB0E9DC3C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0319E5-7A3C-8823-B81C-B4CBC89CA7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2840" y="2048064"/>
            <a:ext cx="687919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a++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uses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then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= 6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++a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increments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then uses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 = 5 + 7 = 12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final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= 7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C800A-363E-60DD-46AC-08109C24243D}"/>
              </a:ext>
            </a:extLst>
          </p:cNvPr>
          <p:cNvSpPr txBox="1"/>
          <p:nvPr/>
        </p:nvSpPr>
        <p:spPr>
          <a:xfrm>
            <a:off x="1259840" y="47784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Output:</a:t>
            </a:r>
          </a:p>
          <a:p>
            <a:r>
              <a:rPr lang="en-IN" dirty="0"/>
              <a:t>7 12</a:t>
            </a:r>
          </a:p>
        </p:txBody>
      </p:sp>
    </p:spTree>
    <p:extLst>
      <p:ext uri="{BB962C8B-B14F-4D97-AF65-F5344CB8AC3E}">
        <p14:creationId xmlns:p14="http://schemas.microsoft.com/office/powerpoint/2010/main" val="370384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8983-4266-CF67-024D-41E47FC6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EFD2-B762-04B1-53AA-1C728747F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14400" lvl="2" indent="0">
              <a:buNone/>
            </a:pPr>
            <a:r>
              <a:rPr lang="en-US" sz="3600" dirty="0"/>
              <a:t>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914400" lvl="2" indent="0">
              <a:buNone/>
            </a:pPr>
            <a:r>
              <a:rPr lang="en-US" sz="3600" dirty="0"/>
              <a:t>int main() {</a:t>
            </a:r>
          </a:p>
          <a:p>
            <a:pPr marL="914400" lvl="2" indent="0">
              <a:buNone/>
            </a:pPr>
            <a:r>
              <a:rPr lang="en-US" sz="3600" dirty="0"/>
              <a:t>    int a[] = {10, 20, 30};</a:t>
            </a:r>
          </a:p>
          <a:p>
            <a:pPr marL="914400" lvl="2" indent="0">
              <a:buNone/>
            </a:pPr>
            <a:r>
              <a:rPr lang="en-US" sz="3600" dirty="0"/>
              <a:t>    int *p = a;</a:t>
            </a:r>
          </a:p>
          <a:p>
            <a:pPr marL="914400" lvl="2" indent="0">
              <a:buNone/>
            </a:pPr>
            <a:r>
              <a:rPr lang="en-US" sz="3600" dirty="0"/>
              <a:t>    </a:t>
            </a:r>
            <a:r>
              <a:rPr lang="en-US" sz="3600" dirty="0" err="1"/>
              <a:t>printf</a:t>
            </a:r>
            <a:r>
              <a:rPr lang="en-US" sz="3600" dirty="0"/>
              <a:t>("%d ", *p++);</a:t>
            </a:r>
          </a:p>
          <a:p>
            <a:pPr marL="914400" lvl="2" indent="0">
              <a:buNone/>
            </a:pPr>
            <a:r>
              <a:rPr lang="en-US" sz="3600" dirty="0"/>
              <a:t>    </a:t>
            </a:r>
            <a:r>
              <a:rPr lang="en-US" sz="3600" dirty="0" err="1"/>
              <a:t>printf</a:t>
            </a:r>
            <a:r>
              <a:rPr lang="en-US" sz="3600" dirty="0"/>
              <a:t>("%d", *p);</a:t>
            </a:r>
          </a:p>
          <a:p>
            <a:pPr marL="914400" lvl="2" indent="0">
              <a:buNone/>
            </a:pPr>
            <a:r>
              <a:rPr lang="en-US" sz="3600" dirty="0"/>
              <a:t>    return 0;</a:t>
            </a:r>
          </a:p>
          <a:p>
            <a:pPr marL="914400" lvl="2" indent="0">
              <a:buNone/>
            </a:pPr>
            <a:r>
              <a:rPr lang="en-US" sz="3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165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9465-B834-D90E-3EA0-EAE115D0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56B04-B2A2-FCE9-90B8-EA96E9056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Output -10  20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r>
              <a:rPr lang="en-US" altLang="en-US" sz="4400" dirty="0">
                <a:latin typeface="Arial Unicode MS"/>
              </a:rPr>
              <a:t>*p++</a:t>
            </a:r>
            <a:r>
              <a:rPr lang="en-US" altLang="en-US" sz="3600" dirty="0"/>
              <a:t> uses the value that </a:t>
            </a:r>
            <a:r>
              <a:rPr lang="en-US" altLang="en-US" sz="4400" dirty="0">
                <a:latin typeface="Arial Unicode MS"/>
              </a:rPr>
              <a:t>p</a:t>
            </a:r>
            <a:r>
              <a:rPr lang="en-US" altLang="en-US" sz="3600" dirty="0"/>
              <a:t> points to (10), then increments pointer to point to next element (20).</a:t>
            </a:r>
            <a:endParaRPr lang="en-US" altLang="en-US" sz="8000" dirty="0">
              <a:latin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33462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6625B-45DC-F6AE-AA4F-FECCB16BE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C2666-D1A4-7869-D3BE-1714BF527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#include &lt;stdio.h&gt;</a:t>
            </a:r>
          </a:p>
          <a:p>
            <a:pPr marL="0" indent="0">
              <a:buNone/>
            </a:pPr>
            <a:r>
              <a:rPr lang="pt-BR" dirty="0"/>
              <a:t>int main() {</a:t>
            </a:r>
          </a:p>
          <a:p>
            <a:pPr marL="0" indent="0">
              <a:buNone/>
            </a:pPr>
            <a:r>
              <a:rPr lang="pt-BR" dirty="0"/>
              <a:t>    int a[] = {5, 10, 15, 20};</a:t>
            </a:r>
          </a:p>
          <a:p>
            <a:pPr marL="0" indent="0">
              <a:buNone/>
            </a:pPr>
            <a:r>
              <a:rPr lang="pt-BR" dirty="0"/>
              <a:t>    int *p = &amp;a[3];</a:t>
            </a:r>
          </a:p>
          <a:p>
            <a:pPr marL="0" indent="0">
              <a:buNone/>
            </a:pPr>
            <a:r>
              <a:rPr lang="pt-BR" dirty="0"/>
              <a:t>    printf("%d ", *--p);</a:t>
            </a:r>
          </a:p>
          <a:p>
            <a:pPr marL="0" indent="0">
              <a:buNone/>
            </a:pPr>
            <a:r>
              <a:rPr lang="pt-BR" dirty="0"/>
              <a:t>    printf("%d", *p);</a:t>
            </a:r>
          </a:p>
          <a:p>
            <a:pPr marL="0" indent="0">
              <a:buNone/>
            </a:pPr>
            <a:r>
              <a:rPr lang="pt-BR" dirty="0"/>
              <a:t>    return 0;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665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1930-6CB7-C1B5-1B8A-290C4FDE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AB97E-0398-3323-63FA-A5D73A88C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Output 15 15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en-US" dirty="0"/>
              <a:t>--p moves pointer from a[3] (20) to a[2] (15).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24C49B-1FEE-6E2F-8052-64D4F5621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15 15</a:t>
            </a:r>
          </a:p>
        </p:txBody>
      </p:sp>
    </p:spTree>
    <p:extLst>
      <p:ext uri="{BB962C8B-B14F-4D97-AF65-F5344CB8AC3E}">
        <p14:creationId xmlns:p14="http://schemas.microsoft.com/office/powerpoint/2010/main" val="910079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5FAD-67C0-43D4-3AE1-2B8374AC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90EF-D19D-4B90-6B31-000E66198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914400" lvl="2" indent="0">
              <a:buNone/>
            </a:pPr>
            <a:r>
              <a:rPr lang="en-US" sz="3600" dirty="0"/>
              <a:t>#include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914400" lvl="2" indent="0">
              <a:buNone/>
            </a:pPr>
            <a:r>
              <a:rPr lang="en-US" sz="3600" dirty="0"/>
              <a:t>int main() {</a:t>
            </a:r>
          </a:p>
          <a:p>
            <a:pPr marL="914400" lvl="2" indent="0">
              <a:buNone/>
            </a:pPr>
            <a:r>
              <a:rPr lang="en-US" sz="3600" dirty="0"/>
              <a:t>    int x = 10;</a:t>
            </a:r>
          </a:p>
          <a:p>
            <a:pPr marL="914400" lvl="2" indent="0">
              <a:buNone/>
            </a:pPr>
            <a:r>
              <a:rPr lang="en-US" sz="3600" dirty="0"/>
              <a:t>    int *p = &amp;x;</a:t>
            </a:r>
          </a:p>
          <a:p>
            <a:pPr marL="914400" lvl="2" indent="0">
              <a:buNone/>
            </a:pPr>
            <a:r>
              <a:rPr lang="en-US" sz="3600" dirty="0"/>
              <a:t>    (*p)++;</a:t>
            </a:r>
          </a:p>
          <a:p>
            <a:pPr marL="914400" lvl="2" indent="0">
              <a:buNone/>
            </a:pPr>
            <a:r>
              <a:rPr lang="en-US" sz="3600" dirty="0"/>
              <a:t>    </a:t>
            </a:r>
            <a:r>
              <a:rPr lang="en-US" sz="3600" dirty="0" err="1"/>
              <a:t>printf</a:t>
            </a:r>
            <a:r>
              <a:rPr lang="en-US" sz="3600" dirty="0"/>
              <a:t>("%d %d", *p, x);</a:t>
            </a:r>
          </a:p>
          <a:p>
            <a:pPr marL="914400" lvl="2" indent="0">
              <a:buNone/>
            </a:pPr>
            <a:r>
              <a:rPr lang="en-US" sz="3600" dirty="0"/>
              <a:t>    return 0;</a:t>
            </a:r>
          </a:p>
          <a:p>
            <a:pPr marL="914400" lvl="2" indent="0">
              <a:buNone/>
            </a:pPr>
            <a:r>
              <a:rPr lang="en-US" sz="3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8638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FF1D-D9AF-5CB8-C8D2-DE3E0800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9C6DE-ED66-B12F-0489-6E1EF322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Output: 11 11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(*p)++ increments the value x points to.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628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7B57-CF89-F7C9-3FBF-E11C4A95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F4A0-DEC3-A7CF-31B6-6E9AD6D8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Point { int x, y; 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Point p = {3, 4}, *</a:t>
            </a:r>
            <a:r>
              <a:rPr lang="en-IN" dirty="0" err="1"/>
              <a:t>ptr</a:t>
            </a:r>
            <a:r>
              <a:rPr lang="en-IN" dirty="0"/>
              <a:t> = &amp;p;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ptr</a:t>
            </a:r>
            <a:r>
              <a:rPr lang="en-IN" dirty="0"/>
              <a:t>-&gt;x++;</a:t>
            </a:r>
          </a:p>
          <a:p>
            <a:pPr marL="0" indent="0">
              <a:buNone/>
            </a:pPr>
            <a:r>
              <a:rPr lang="en-IN" dirty="0"/>
              <a:t>    ++(</a:t>
            </a:r>
            <a:r>
              <a:rPr lang="en-IN" dirty="0" err="1"/>
              <a:t>ptr</a:t>
            </a:r>
            <a:r>
              <a:rPr lang="en-IN" dirty="0"/>
              <a:t>-&gt;y);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%d", </a:t>
            </a:r>
            <a:r>
              <a:rPr lang="en-IN" dirty="0" err="1"/>
              <a:t>p.x</a:t>
            </a:r>
            <a:r>
              <a:rPr lang="en-IN" dirty="0"/>
              <a:t>, </a:t>
            </a:r>
            <a:r>
              <a:rPr lang="en-IN" dirty="0" err="1"/>
              <a:t>p.y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986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9AF4-A648-1F3D-7B1D-71A05407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34273-41E6-883B-0EE8-E1A2F1DF6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Output: 4  5</a:t>
            </a:r>
          </a:p>
          <a:p>
            <a:endParaRPr lang="en-US" dirty="0"/>
          </a:p>
          <a:p>
            <a:r>
              <a:rPr lang="en-US" dirty="0"/>
              <a:t>Correct form: ++(</a:t>
            </a:r>
            <a:r>
              <a:rPr lang="en-US" dirty="0" err="1"/>
              <a:t>ptr</a:t>
            </a:r>
            <a:r>
              <a:rPr lang="en-US" dirty="0"/>
              <a:t>-&gt;y);</a:t>
            </a:r>
          </a:p>
          <a:p>
            <a:r>
              <a:rPr lang="en-US" dirty="0"/>
              <a:t>Then result: x = 4, y = 5.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74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2D49E14-AC4F-5B3D-F6B4-25C556E7A927}"/>
              </a:ext>
            </a:extLst>
          </p:cNvPr>
          <p:cNvSpPr txBox="1"/>
          <p:nvPr/>
        </p:nvSpPr>
        <p:spPr>
          <a:xfrm>
            <a:off x="1747519" y="797510"/>
            <a:ext cx="79516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#include &lt;</a:t>
            </a:r>
            <a:r>
              <a:rPr lang="en-IN" sz="2800" dirty="0" err="1"/>
              <a:t>stdio.h</a:t>
            </a:r>
            <a:r>
              <a:rPr lang="en-IN" sz="2800" dirty="0"/>
              <a:t>&gt;</a:t>
            </a:r>
          </a:p>
          <a:p>
            <a:r>
              <a:rPr lang="en-IN" sz="2800" dirty="0"/>
              <a:t>struct Node {</a:t>
            </a:r>
          </a:p>
          <a:p>
            <a:r>
              <a:rPr lang="en-IN" sz="2800" dirty="0"/>
              <a:t>    int data;</a:t>
            </a:r>
          </a:p>
          <a:p>
            <a:r>
              <a:rPr lang="en-IN" sz="2800" dirty="0"/>
              <a:t>    struct Node *next;</a:t>
            </a:r>
          </a:p>
          <a:p>
            <a:r>
              <a:rPr lang="en-IN" sz="2800" dirty="0"/>
              <a:t>};</a:t>
            </a:r>
          </a:p>
          <a:p>
            <a:r>
              <a:rPr lang="en-IN" sz="2800" dirty="0"/>
              <a:t>int main() {</a:t>
            </a:r>
          </a:p>
          <a:p>
            <a:r>
              <a:rPr lang="en-IN" sz="2800" dirty="0"/>
              <a:t>    struct Node n1 = {10, NULL}, n2 = {20, NULL};</a:t>
            </a:r>
          </a:p>
          <a:p>
            <a:r>
              <a:rPr lang="en-IN" sz="2800" dirty="0"/>
              <a:t>    n1.next = &amp;n2;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printf</a:t>
            </a:r>
            <a:r>
              <a:rPr lang="en-IN" sz="2800" dirty="0"/>
              <a:t>("%d", n1.next-&gt;data);</a:t>
            </a:r>
          </a:p>
          <a:p>
            <a:r>
              <a:rPr lang="en-IN" sz="2800" dirty="0"/>
              <a:t>    return 0;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818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ED75-6F11-3CF8-B7F1-C91FAE7A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39CB3-0844-0B63-211C-43EF351B3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Output: 20</a:t>
            </a:r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n1.next points to n2; n1.next-&gt;data = 20.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59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E3C1-1EC5-C36E-91AA-D5D2DD1C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838A-3D4E-68EC-AFD5-FE7AA44C9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Point { int x, y; 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Point p[] = {{1,2}, {3,4}, {5,6}};</a:t>
            </a:r>
          </a:p>
          <a:p>
            <a:pPr marL="0" indent="0">
              <a:buNone/>
            </a:pPr>
            <a:r>
              <a:rPr lang="en-IN" dirty="0"/>
              <a:t>    struct Point *</a:t>
            </a:r>
            <a:r>
              <a:rPr lang="en-IN" dirty="0" err="1"/>
              <a:t>ptr</a:t>
            </a:r>
            <a:r>
              <a:rPr lang="en-IN" dirty="0"/>
              <a:t> = p;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", (++</a:t>
            </a:r>
            <a:r>
              <a:rPr lang="en-IN" dirty="0" err="1"/>
              <a:t>ptr</a:t>
            </a:r>
            <a:r>
              <a:rPr lang="en-IN" dirty="0"/>
              <a:t>)-&gt;x);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864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104A-3664-D696-3829-B1445939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1A970-D293-AF95-6116-64C7EAF07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Output: 3</a:t>
            </a:r>
          </a:p>
          <a:p>
            <a:endParaRPr lang="en-IN" dirty="0"/>
          </a:p>
          <a:p>
            <a:r>
              <a:rPr lang="en-US" dirty="0"/>
              <a:t>Initially points to first element {1,2}. After ++</a:t>
            </a:r>
            <a:r>
              <a:rPr lang="en-US" dirty="0" err="1"/>
              <a:t>ptr</a:t>
            </a:r>
            <a:r>
              <a:rPr lang="en-US" dirty="0"/>
              <a:t>, points to {3,4}.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161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BB89-C443-AB49-31A7-CE22F16B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96EB9-7031-76A2-1132-93261F5F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 = 1;</a:t>
            </a:r>
          </a:p>
          <a:p>
            <a:pPr marL="0" indent="0">
              <a:buNone/>
            </a:pPr>
            <a:r>
              <a:rPr lang="en-IN" dirty="0"/>
              <a:t>    int j = </a:t>
            </a:r>
            <a:r>
              <a:rPr lang="en-IN" dirty="0" err="1"/>
              <a:t>i</a:t>
            </a:r>
            <a:r>
              <a:rPr lang="en-IN" dirty="0"/>
              <a:t>++ + ++</a:t>
            </a:r>
            <a:r>
              <a:rPr lang="en-IN" dirty="0" err="1"/>
              <a:t>i</a:t>
            </a:r>
            <a:r>
              <a:rPr lang="en-IN" dirty="0"/>
              <a:t> + </a:t>
            </a:r>
            <a:r>
              <a:rPr lang="en-IN" dirty="0" err="1"/>
              <a:t>i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 %d", </a:t>
            </a:r>
            <a:r>
              <a:rPr lang="en-IN" dirty="0" err="1"/>
              <a:t>i</a:t>
            </a:r>
            <a:r>
              <a:rPr lang="en-IN" dirty="0"/>
              <a:t>, j);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86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FD03-0654-ABF0-5F51-3127BAA7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25C1-4195-1982-C6B2-2FDC95166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Output: 4 7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Operations are evaluated left to right (undefined behavior in some compilers, but typically):</a:t>
            </a:r>
          </a:p>
          <a:p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++ → 1</a:t>
            </a:r>
          </a:p>
          <a:p>
            <a:r>
              <a:rPr lang="en-US" dirty="0"/>
              <a:t>++</a:t>
            </a:r>
            <a:r>
              <a:rPr lang="en-US" dirty="0" err="1"/>
              <a:t>i</a:t>
            </a:r>
            <a:r>
              <a:rPr lang="en-US" dirty="0"/>
              <a:t> → now 3</a:t>
            </a:r>
          </a:p>
          <a:p>
            <a:r>
              <a:rPr lang="en-US" dirty="0" err="1"/>
              <a:t>i</a:t>
            </a:r>
            <a:r>
              <a:rPr lang="en-US" dirty="0"/>
              <a:t>++ → uses 3, then becomes 4</a:t>
            </a:r>
          </a:p>
          <a:p>
            <a:r>
              <a:rPr lang="en-US" dirty="0"/>
              <a:t>So,  j = 1 + 3 + 3 = 7, </a:t>
            </a:r>
            <a:r>
              <a:rPr lang="en-US" dirty="0" err="1"/>
              <a:t>i</a:t>
            </a:r>
            <a:r>
              <a:rPr lang="en-US" dirty="0"/>
              <a:t> = 4.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645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B31F-092E-A2FD-7952-DAEBB34C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C80A-CC13-A1BD-2FA2-605F26BC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Item { int id; float price; 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Item items[] = {{1, 10.5}, {2, 20.5}, {3, 30.5}};</a:t>
            </a:r>
          </a:p>
          <a:p>
            <a:pPr marL="0" indent="0">
              <a:buNone/>
            </a:pPr>
            <a:r>
              <a:rPr lang="en-IN" dirty="0"/>
              <a:t>    struct Item *p = items;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("%.1f ", (++p)-&gt;price);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("%d", p-&gt;id);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354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074F-7A68-296E-926E-076BEC60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C542-F55F-2621-C8CA-5633E9597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Output: 20.5 2</a:t>
            </a:r>
          </a:p>
          <a:p>
            <a:endParaRPr lang="en-IN" dirty="0"/>
          </a:p>
          <a:p>
            <a:r>
              <a:rPr lang="en-US" dirty="0"/>
              <a:t>Pointer first points to {1,10.5}, after ++p, it refers to {2,20.5}.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551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753</Words>
  <Application>Microsoft Office PowerPoint</Application>
  <PresentationFormat>Widescreen</PresentationFormat>
  <Paragraphs>114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Arial Unicode MS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Kumar.</cp:lastModifiedBy>
  <cp:revision>5</cp:revision>
  <dcterms:created xsi:type="dcterms:W3CDTF">2026-03-12T19:09:58Z</dcterms:created>
  <dcterms:modified xsi:type="dcterms:W3CDTF">2026-04-21T06:35:36Z</dcterms:modified>
</cp:coreProperties>
</file>