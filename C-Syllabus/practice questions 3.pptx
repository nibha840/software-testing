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17C7C-E76B-425B-B4EB-EAE223F38153}" v="23" dt="2026-03-10T05:54:48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." userId="895f11db-950a-4931-88cb-9a289760afa9" providerId="ADAL" clId="{4262B19B-D7F6-4B0F-A8AD-5441F6FC4404}"/>
    <pc:docChg chg="custSel addSld delSld modSld">
      <pc:chgData name="Manoj Kumar." userId="895f11db-950a-4931-88cb-9a289760afa9" providerId="ADAL" clId="{4262B19B-D7F6-4B0F-A8AD-5441F6FC4404}" dt="2026-03-10T05:56:34.827" v="191" actId="15"/>
      <pc:docMkLst>
        <pc:docMk/>
      </pc:docMkLst>
      <pc:sldChg chg="del">
        <pc:chgData name="Manoj Kumar." userId="895f11db-950a-4931-88cb-9a289760afa9" providerId="ADAL" clId="{4262B19B-D7F6-4B0F-A8AD-5441F6FC4404}" dt="2026-03-10T05:51:18.179" v="146" actId="47"/>
        <pc:sldMkLst>
          <pc:docMk/>
          <pc:sldMk cId="4017836621" sldId="256"/>
        </pc:sldMkLst>
      </pc:sldChg>
      <pc:sldChg chg="modSp mod">
        <pc:chgData name="Manoj Kumar." userId="895f11db-950a-4931-88cb-9a289760afa9" providerId="ADAL" clId="{4262B19B-D7F6-4B0F-A8AD-5441F6FC4404}" dt="2026-03-10T05:51:49.319" v="162" actId="20577"/>
        <pc:sldMkLst>
          <pc:docMk/>
          <pc:sldMk cId="3990049474" sldId="257"/>
        </pc:sldMkLst>
        <pc:spChg chg="mod">
          <ac:chgData name="Manoj Kumar." userId="895f11db-950a-4931-88cb-9a289760afa9" providerId="ADAL" clId="{4262B19B-D7F6-4B0F-A8AD-5441F6FC4404}" dt="2026-03-10T05:51:49.319" v="162" actId="20577"/>
          <ac:spMkLst>
            <pc:docMk/>
            <pc:sldMk cId="3990049474" sldId="257"/>
            <ac:spMk id="2" creationId="{5FB34A4B-24D5-BF3F-9E45-A50D99A170BF}"/>
          </ac:spMkLst>
        </pc:spChg>
      </pc:sldChg>
      <pc:sldChg chg="delSp modSp mod">
        <pc:chgData name="Manoj Kumar." userId="895f11db-950a-4931-88cb-9a289760afa9" providerId="ADAL" clId="{4262B19B-D7F6-4B0F-A8AD-5441F6FC4404}" dt="2026-03-10T05:56:34.827" v="191" actId="15"/>
        <pc:sldMkLst>
          <pc:docMk/>
          <pc:sldMk cId="792360896" sldId="258"/>
        </pc:sldMkLst>
        <pc:spChg chg="del">
          <ac:chgData name="Manoj Kumar." userId="895f11db-950a-4931-88cb-9a289760afa9" providerId="ADAL" clId="{4262B19B-D7F6-4B0F-A8AD-5441F6FC4404}" dt="2026-03-10T05:54:52.566" v="181" actId="478"/>
          <ac:spMkLst>
            <pc:docMk/>
            <pc:sldMk cId="792360896" sldId="258"/>
            <ac:spMk id="2" creationId="{903DFDDE-8E70-0937-DD4B-4197655E13AD}"/>
          </ac:spMkLst>
        </pc:spChg>
        <pc:spChg chg="mod">
          <ac:chgData name="Manoj Kumar." userId="895f11db-950a-4931-88cb-9a289760afa9" providerId="ADAL" clId="{4262B19B-D7F6-4B0F-A8AD-5441F6FC4404}" dt="2026-03-10T05:56:34.827" v="191" actId="15"/>
          <ac:spMkLst>
            <pc:docMk/>
            <pc:sldMk cId="792360896" sldId="258"/>
            <ac:spMk id="3" creationId="{B06D4577-B2F7-8515-57B7-F51D74B799AE}"/>
          </ac:spMkLst>
        </pc:spChg>
      </pc:sldChg>
      <pc:sldChg chg="modSp new mod">
        <pc:chgData name="Manoj Kumar." userId="895f11db-950a-4931-88cb-9a289760afa9" providerId="ADAL" clId="{4262B19B-D7F6-4B0F-A8AD-5441F6FC4404}" dt="2026-03-10T05:32:12.969" v="7" actId="255"/>
        <pc:sldMkLst>
          <pc:docMk/>
          <pc:sldMk cId="2885057097" sldId="263"/>
        </pc:sldMkLst>
        <pc:spChg chg="mod">
          <ac:chgData name="Manoj Kumar." userId="895f11db-950a-4931-88cb-9a289760afa9" providerId="ADAL" clId="{4262B19B-D7F6-4B0F-A8AD-5441F6FC4404}" dt="2026-03-10T05:32:12.969" v="7" actId="255"/>
          <ac:spMkLst>
            <pc:docMk/>
            <pc:sldMk cId="2885057097" sldId="263"/>
            <ac:spMk id="3" creationId="{AAB483E3-2605-1604-77C6-B91EC618CE5A}"/>
          </ac:spMkLst>
        </pc:spChg>
      </pc:sldChg>
      <pc:sldChg chg="modSp new mod">
        <pc:chgData name="Manoj Kumar." userId="895f11db-950a-4931-88cb-9a289760afa9" providerId="ADAL" clId="{4262B19B-D7F6-4B0F-A8AD-5441F6FC4404}" dt="2026-03-10T05:33:18.882" v="28"/>
        <pc:sldMkLst>
          <pc:docMk/>
          <pc:sldMk cId="4229847583" sldId="264"/>
        </pc:sldMkLst>
        <pc:spChg chg="mod">
          <ac:chgData name="Manoj Kumar." userId="895f11db-950a-4931-88cb-9a289760afa9" providerId="ADAL" clId="{4262B19B-D7F6-4B0F-A8AD-5441F6FC4404}" dt="2026-03-10T05:33:18.882" v="28"/>
          <ac:spMkLst>
            <pc:docMk/>
            <pc:sldMk cId="4229847583" sldId="264"/>
            <ac:spMk id="3" creationId="{47B0534C-EB0A-A793-CEBA-96B1E48916AE}"/>
          </ac:spMkLst>
        </pc:spChg>
      </pc:sldChg>
      <pc:sldChg chg="delSp modSp new mod">
        <pc:chgData name="Manoj Kumar." userId="895f11db-950a-4931-88cb-9a289760afa9" providerId="ADAL" clId="{4262B19B-D7F6-4B0F-A8AD-5441F6FC4404}" dt="2026-03-10T05:34:39.967" v="37" actId="255"/>
        <pc:sldMkLst>
          <pc:docMk/>
          <pc:sldMk cId="1847570071" sldId="265"/>
        </pc:sldMkLst>
        <pc:spChg chg="del">
          <ac:chgData name="Manoj Kumar." userId="895f11db-950a-4931-88cb-9a289760afa9" providerId="ADAL" clId="{4262B19B-D7F6-4B0F-A8AD-5441F6FC4404}" dt="2026-03-10T05:34:30.473" v="35" actId="478"/>
          <ac:spMkLst>
            <pc:docMk/>
            <pc:sldMk cId="1847570071" sldId="265"/>
            <ac:spMk id="2" creationId="{ACF2DD60-EFD6-A6D8-EE57-83C77F055862}"/>
          </ac:spMkLst>
        </pc:spChg>
        <pc:spChg chg="mod">
          <ac:chgData name="Manoj Kumar." userId="895f11db-950a-4931-88cb-9a289760afa9" providerId="ADAL" clId="{4262B19B-D7F6-4B0F-A8AD-5441F6FC4404}" dt="2026-03-10T05:34:39.967" v="37" actId="255"/>
          <ac:spMkLst>
            <pc:docMk/>
            <pc:sldMk cId="1847570071" sldId="265"/>
            <ac:spMk id="3" creationId="{B7095D8E-E7F4-0193-DFD3-058183D91C19}"/>
          </ac:spMkLst>
        </pc:spChg>
      </pc:sldChg>
      <pc:sldChg chg="modSp new mod">
        <pc:chgData name="Manoj Kumar." userId="895f11db-950a-4931-88cb-9a289760afa9" providerId="ADAL" clId="{4262B19B-D7F6-4B0F-A8AD-5441F6FC4404}" dt="2026-03-10T05:35:34.486" v="55" actId="15"/>
        <pc:sldMkLst>
          <pc:docMk/>
          <pc:sldMk cId="422173168" sldId="266"/>
        </pc:sldMkLst>
        <pc:spChg chg="mod">
          <ac:chgData name="Manoj Kumar." userId="895f11db-950a-4931-88cb-9a289760afa9" providerId="ADAL" clId="{4262B19B-D7F6-4B0F-A8AD-5441F6FC4404}" dt="2026-03-10T05:35:34.486" v="55" actId="15"/>
          <ac:spMkLst>
            <pc:docMk/>
            <pc:sldMk cId="422173168" sldId="266"/>
            <ac:spMk id="3" creationId="{93B1D31E-A22B-817C-3719-9D069556FD97}"/>
          </ac:spMkLst>
        </pc:spChg>
      </pc:sldChg>
      <pc:sldChg chg="delSp modSp new mod">
        <pc:chgData name="Manoj Kumar." userId="895f11db-950a-4931-88cb-9a289760afa9" providerId="ADAL" clId="{4262B19B-D7F6-4B0F-A8AD-5441F6FC4404}" dt="2026-03-10T05:37:17.252" v="66" actId="255"/>
        <pc:sldMkLst>
          <pc:docMk/>
          <pc:sldMk cId="2786712536" sldId="267"/>
        </pc:sldMkLst>
        <pc:spChg chg="del">
          <ac:chgData name="Manoj Kumar." userId="895f11db-950a-4931-88cb-9a289760afa9" providerId="ADAL" clId="{4262B19B-D7F6-4B0F-A8AD-5441F6FC4404}" dt="2026-03-10T05:36:58.597" v="60" actId="478"/>
          <ac:spMkLst>
            <pc:docMk/>
            <pc:sldMk cId="2786712536" sldId="267"/>
            <ac:spMk id="2" creationId="{59576F13-5065-80CE-4374-5924A86576C0}"/>
          </ac:spMkLst>
        </pc:spChg>
        <pc:spChg chg="mod">
          <ac:chgData name="Manoj Kumar." userId="895f11db-950a-4931-88cb-9a289760afa9" providerId="ADAL" clId="{4262B19B-D7F6-4B0F-A8AD-5441F6FC4404}" dt="2026-03-10T05:37:17.252" v="66" actId="255"/>
          <ac:spMkLst>
            <pc:docMk/>
            <pc:sldMk cId="2786712536" sldId="267"/>
            <ac:spMk id="3" creationId="{E2038670-2409-8949-E36D-157B91C91467}"/>
          </ac:spMkLst>
        </pc:spChg>
      </pc:sldChg>
      <pc:sldChg chg="delSp modSp new mod">
        <pc:chgData name="Manoj Kumar." userId="895f11db-950a-4931-88cb-9a289760afa9" providerId="ADAL" clId="{4262B19B-D7F6-4B0F-A8AD-5441F6FC4404}" dt="2026-03-10T05:38:32.884" v="89" actId="255"/>
        <pc:sldMkLst>
          <pc:docMk/>
          <pc:sldMk cId="1742582719" sldId="268"/>
        </pc:sldMkLst>
        <pc:spChg chg="del">
          <ac:chgData name="Manoj Kumar." userId="895f11db-950a-4931-88cb-9a289760afa9" providerId="ADAL" clId="{4262B19B-D7F6-4B0F-A8AD-5441F6FC4404}" dt="2026-03-10T05:37:38.610" v="68" actId="478"/>
          <ac:spMkLst>
            <pc:docMk/>
            <pc:sldMk cId="1742582719" sldId="268"/>
            <ac:spMk id="2" creationId="{955AE1A4-4446-B7D7-3882-4DA1FBFB6BEB}"/>
          </ac:spMkLst>
        </pc:spChg>
        <pc:spChg chg="mod">
          <ac:chgData name="Manoj Kumar." userId="895f11db-950a-4931-88cb-9a289760afa9" providerId="ADAL" clId="{4262B19B-D7F6-4B0F-A8AD-5441F6FC4404}" dt="2026-03-10T05:38:32.884" v="89" actId="255"/>
          <ac:spMkLst>
            <pc:docMk/>
            <pc:sldMk cId="1742582719" sldId="268"/>
            <ac:spMk id="3" creationId="{D6964459-4E75-4C41-AEC7-7CDE71192929}"/>
          </ac:spMkLst>
        </pc:spChg>
      </pc:sldChg>
      <pc:sldChg chg="delSp modSp new mod">
        <pc:chgData name="Manoj Kumar." userId="895f11db-950a-4931-88cb-9a289760afa9" providerId="ADAL" clId="{4262B19B-D7F6-4B0F-A8AD-5441F6FC4404}" dt="2026-03-10T05:40:40.598" v="100" actId="255"/>
        <pc:sldMkLst>
          <pc:docMk/>
          <pc:sldMk cId="192166135" sldId="269"/>
        </pc:sldMkLst>
        <pc:spChg chg="del">
          <ac:chgData name="Manoj Kumar." userId="895f11db-950a-4931-88cb-9a289760afa9" providerId="ADAL" clId="{4262B19B-D7F6-4B0F-A8AD-5441F6FC4404}" dt="2026-03-10T05:40:25.240" v="94" actId="478"/>
          <ac:spMkLst>
            <pc:docMk/>
            <pc:sldMk cId="192166135" sldId="269"/>
            <ac:spMk id="2" creationId="{9ED7A4A7-67D4-859F-7174-9853FE933051}"/>
          </ac:spMkLst>
        </pc:spChg>
        <pc:spChg chg="mod">
          <ac:chgData name="Manoj Kumar." userId="895f11db-950a-4931-88cb-9a289760afa9" providerId="ADAL" clId="{4262B19B-D7F6-4B0F-A8AD-5441F6FC4404}" dt="2026-03-10T05:40:40.598" v="100" actId="255"/>
          <ac:spMkLst>
            <pc:docMk/>
            <pc:sldMk cId="192166135" sldId="269"/>
            <ac:spMk id="3" creationId="{FB90D945-664C-10CB-FD40-377F74A68F4F}"/>
          </ac:spMkLst>
        </pc:spChg>
      </pc:sldChg>
      <pc:sldChg chg="delSp modSp new mod">
        <pc:chgData name="Manoj Kumar." userId="895f11db-950a-4931-88cb-9a289760afa9" providerId="ADAL" clId="{4262B19B-D7F6-4B0F-A8AD-5441F6FC4404}" dt="2026-03-10T05:42:22.657" v="112" actId="255"/>
        <pc:sldMkLst>
          <pc:docMk/>
          <pc:sldMk cId="3124380266" sldId="270"/>
        </pc:sldMkLst>
        <pc:spChg chg="del">
          <ac:chgData name="Manoj Kumar." userId="895f11db-950a-4931-88cb-9a289760afa9" providerId="ADAL" clId="{4262B19B-D7F6-4B0F-A8AD-5441F6FC4404}" dt="2026-03-10T05:42:01.818" v="109" actId="478"/>
          <ac:spMkLst>
            <pc:docMk/>
            <pc:sldMk cId="3124380266" sldId="270"/>
            <ac:spMk id="2" creationId="{DF4141DA-1A28-B0BD-B127-2A83880AFF9F}"/>
          </ac:spMkLst>
        </pc:spChg>
        <pc:spChg chg="mod">
          <ac:chgData name="Manoj Kumar." userId="895f11db-950a-4931-88cb-9a289760afa9" providerId="ADAL" clId="{4262B19B-D7F6-4B0F-A8AD-5441F6FC4404}" dt="2026-03-10T05:42:22.657" v="112" actId="255"/>
          <ac:spMkLst>
            <pc:docMk/>
            <pc:sldMk cId="3124380266" sldId="270"/>
            <ac:spMk id="3" creationId="{6998DC1E-50D6-EA37-0AD8-E02CC3C2B1F3}"/>
          </ac:spMkLst>
        </pc:spChg>
      </pc:sldChg>
      <pc:sldChg chg="delSp modSp new mod">
        <pc:chgData name="Manoj Kumar." userId="895f11db-950a-4931-88cb-9a289760afa9" providerId="ADAL" clId="{4262B19B-D7F6-4B0F-A8AD-5441F6FC4404}" dt="2026-03-10T05:43:50.247" v="121" actId="255"/>
        <pc:sldMkLst>
          <pc:docMk/>
          <pc:sldMk cId="171771649" sldId="271"/>
        </pc:sldMkLst>
        <pc:spChg chg="del">
          <ac:chgData name="Manoj Kumar." userId="895f11db-950a-4931-88cb-9a289760afa9" providerId="ADAL" clId="{4262B19B-D7F6-4B0F-A8AD-5441F6FC4404}" dt="2026-03-10T05:43:33.357" v="116" actId="478"/>
          <ac:spMkLst>
            <pc:docMk/>
            <pc:sldMk cId="171771649" sldId="271"/>
            <ac:spMk id="2" creationId="{64C9FA77-CB4E-2D99-EED6-40AFC09CC2FD}"/>
          </ac:spMkLst>
        </pc:spChg>
        <pc:spChg chg="mod">
          <ac:chgData name="Manoj Kumar." userId="895f11db-950a-4931-88cb-9a289760afa9" providerId="ADAL" clId="{4262B19B-D7F6-4B0F-A8AD-5441F6FC4404}" dt="2026-03-10T05:43:50.247" v="121" actId="255"/>
          <ac:spMkLst>
            <pc:docMk/>
            <pc:sldMk cId="171771649" sldId="271"/>
            <ac:spMk id="3" creationId="{D9AD0541-629E-E7CC-2513-B8182F3BAF21}"/>
          </ac:spMkLst>
        </pc:spChg>
      </pc:sldChg>
      <pc:sldChg chg="modSp new mod">
        <pc:chgData name="Manoj Kumar." userId="895f11db-950a-4931-88cb-9a289760afa9" providerId="ADAL" clId="{4262B19B-D7F6-4B0F-A8AD-5441F6FC4404}" dt="2026-03-10T05:45:00.104" v="145" actId="20577"/>
        <pc:sldMkLst>
          <pc:docMk/>
          <pc:sldMk cId="72327990" sldId="272"/>
        </pc:sldMkLst>
        <pc:spChg chg="mod">
          <ac:chgData name="Manoj Kumar." userId="895f11db-950a-4931-88cb-9a289760afa9" providerId="ADAL" clId="{4262B19B-D7F6-4B0F-A8AD-5441F6FC4404}" dt="2026-03-10T05:45:00.104" v="145" actId="20577"/>
          <ac:spMkLst>
            <pc:docMk/>
            <pc:sldMk cId="72327990" sldId="272"/>
            <ac:spMk id="3" creationId="{DB674295-0BD1-BBEF-7272-247AE7D03F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2EE7-1B46-A0B0-4F87-F68B8B7B4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0939A-5633-3ADB-4A5A-E517DAD98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1BBD-146A-F1E3-0AD3-B13716F7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38A7-3045-4691-CAD2-2D1CC9C7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5D30B-5681-3052-907D-5628356F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2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4180-436E-213C-B7F8-E3F5019E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E465D-8E78-1995-5E28-61FA5FD88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7A4A5-83F4-B9AC-4BD4-5FC2ACEC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A33F0-AADE-FC56-94BC-73E00855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65D54-357F-B4D7-3563-F245EEEF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11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7494-AA5E-14EB-5330-E0D924E5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7FC90-C784-0EEC-31F4-A070714E6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079B-B96E-0294-2814-2AEDE070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D57FF-AFB9-1669-C31D-0A2863E3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36401-D876-A369-3E63-0DBC42F6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08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37D8-D987-2DBC-9137-C47E8284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4BC6-4E3D-7985-A496-FF779D62D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309AD-8A75-4FB9-2564-32E7C27A7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545D1-8299-FBFC-3C07-7F135BF2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B8280-B844-A124-A4B4-CB5255DE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FBD70-2DE1-2420-2E7E-160709E9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9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7A2D-DC71-5E17-C4D1-6A49C7F0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FFD27-1C20-0DD3-4487-724423B5A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05520-8F0E-0F7A-2F82-645848C0B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687D9-D0C3-03CD-8118-06E81B507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653FC-EB9A-9D33-17FD-93DFCDB57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89106-FB99-DD7C-4D80-415FEC47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57D312-BC5C-0C3E-9F48-96E4D18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24BDC9-F731-8AB2-5E30-9F839D4F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49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F179-B245-38C8-8648-A72D84499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7BC6E-662E-6B68-C878-F5352369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0248E-33DB-0F2A-E3A5-2347D87B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9547F-B0AE-CE6C-0D1A-2F2A55D4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67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CCBDC-E48D-38EC-FBCD-07529E90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1F284-104D-E2C1-8986-3457EE82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83FF-65DA-3061-5722-E279A150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1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23B6-D655-C29B-B603-32A3F0EE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8AA93-BE76-7AE7-B524-D9531CA05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0A428-576C-C5BA-2FAD-57F57BE9D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929DF-83A8-37B2-D108-9B783675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93786-0479-1002-8977-99AFFCEB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07D7B-2AC0-3FE7-0F98-F0E077A80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69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2241-64E0-607F-CA36-F2F71C91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65C22-EB73-6389-064F-553D0420C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7F397-E9E0-515A-902A-224A49CE8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2EDD3-9A2D-59E9-3B69-CE893585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98415-808D-BFF5-DD00-F274FF86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8371A-9EDB-CA7F-E80B-2C971C97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65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9A79-F5B4-28A8-D125-6209491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1874D-5C9B-D309-72A3-4B4C73AC5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63570-D6A7-6524-1766-D33525D8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FF560-CE12-AA43-FFA3-1D04A1FE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718AA-67AA-E41D-16C9-A0DD288A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6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16FFD-8F99-8327-C664-E4F83775F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B5F11-5295-7D7A-DE61-93794415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8A5C-50FF-AA8D-1840-7D32F3F5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897F-BBBA-27EE-FD3B-69D83223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0AEE-F3EC-9CEB-8C00-FA411164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9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7A0F3-D572-553C-7661-5D4FAC96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189C-B572-94F1-20CD-5DFAA6F6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044F5-37BD-1243-1A4E-4A2D6E7DC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8D299-2B30-4DF9-B0E9-02C4D6E0AD0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5B0D-25AD-EF40-A25F-5607AA0E6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6F6B6-FBF0-890F-7A98-2DE9AF53E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B3BD2-22DA-4B0E-A2EC-E3E5497D9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65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4A4B-24D5-BF3F-9E45-A50D99A1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 Programs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DA34-A587-7C51-4D61-48C84309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int main() {</a:t>
            </a:r>
          </a:p>
          <a:p>
            <a:pPr marL="457200" lvl="1" indent="0">
              <a:buNone/>
            </a:pPr>
            <a:r>
              <a:rPr lang="en-IN" dirty="0"/>
              <a:t>    int a[] = {10, 20, 30, 40, 50};</a:t>
            </a:r>
          </a:p>
          <a:p>
            <a:pPr marL="457200" lvl="1" indent="0">
              <a:buNone/>
            </a:pPr>
            <a:r>
              <a:rPr lang="en-IN" dirty="0"/>
              <a:t>    int *p = a;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%d %d\n", *p, *p++, *++p);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    return 0;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004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D4577-B2F7-8515-57B7-F51D74B7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14"/>
            <a:ext cx="10515600" cy="5959249"/>
          </a:xfrm>
        </p:spPr>
        <p:txBody>
          <a:bodyPr>
            <a:noAutofit/>
          </a:bodyPr>
          <a:lstStyle/>
          <a:p>
            <a:pPr lvl="2"/>
            <a:r>
              <a:rPr lang="en-US" sz="3200" dirty="0"/>
              <a:t>Output:  10 10 30</a:t>
            </a:r>
          </a:p>
          <a:p>
            <a:pPr lvl="2"/>
            <a:endParaRPr lang="en-US" sz="3200" dirty="0"/>
          </a:p>
          <a:p>
            <a:pPr lvl="2"/>
            <a:r>
              <a:rPr lang="en-US" sz="3200" dirty="0"/>
              <a:t>a = {10, 20, 30, 40, 50}</a:t>
            </a:r>
          </a:p>
          <a:p>
            <a:pPr lvl="2"/>
            <a:r>
              <a:rPr lang="en-US" sz="3200" dirty="0"/>
              <a:t>p = a → points to a[0]</a:t>
            </a:r>
          </a:p>
          <a:p>
            <a:pPr lvl="3"/>
            <a:r>
              <a:rPr lang="en-IN" sz="3000" dirty="0"/>
              <a:t>*p</a:t>
            </a:r>
          </a:p>
          <a:p>
            <a:pPr lvl="3"/>
            <a:r>
              <a:rPr lang="en-IN" sz="3000" dirty="0"/>
              <a:t>*p = 10</a:t>
            </a:r>
          </a:p>
          <a:p>
            <a:pPr lvl="3"/>
            <a:r>
              <a:rPr lang="en-IN" sz="3000" dirty="0"/>
              <a:t>*p++</a:t>
            </a:r>
          </a:p>
          <a:p>
            <a:pPr lvl="4"/>
            <a:r>
              <a:rPr lang="en-IN" sz="3000" dirty="0"/>
              <a:t>*(p++) </a:t>
            </a:r>
            <a:r>
              <a:rPr lang="en-US" sz="3000" dirty="0"/>
              <a:t>Meaning:</a:t>
            </a:r>
          </a:p>
          <a:p>
            <a:pPr lvl="4"/>
            <a:r>
              <a:rPr lang="en-US" sz="3000" dirty="0"/>
              <a:t>Return value at current pointer</a:t>
            </a:r>
          </a:p>
          <a:p>
            <a:pPr lvl="2"/>
            <a:r>
              <a:rPr lang="en-US" sz="3200" dirty="0"/>
              <a:t>Then increment pointer</a:t>
            </a:r>
          </a:p>
          <a:p>
            <a:pPr lvl="2"/>
            <a:r>
              <a:rPr lang="en-US" sz="3200" dirty="0"/>
              <a:t>p moves from a[1] → a[2]</a:t>
            </a:r>
            <a:br>
              <a:rPr lang="en-US" sz="3200" dirty="0"/>
            </a:br>
            <a:r>
              <a:rPr lang="en-US" sz="3200" dirty="0"/>
              <a:t>value printed = 30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9236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6FC32-4409-BDB3-DC02-555402D3D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7457"/>
            <a:ext cx="10515600" cy="5839506"/>
          </a:xfrm>
        </p:spPr>
        <p:txBody>
          <a:bodyPr>
            <a:normAutofit fontScale="92500" lnSpcReduction="20000"/>
          </a:bodyPr>
          <a:lstStyle/>
          <a:p>
            <a:pPr marL="1828800" lvl="4" indent="0">
              <a:buNone/>
            </a:pPr>
            <a:r>
              <a:rPr lang="en-IN" dirty="0"/>
              <a:t>#</a:t>
            </a:r>
            <a:r>
              <a:rPr lang="en-IN" sz="2600" dirty="0"/>
              <a:t>include &lt;</a:t>
            </a:r>
            <a:r>
              <a:rPr lang="en-IN" sz="2600" dirty="0" err="1"/>
              <a:t>stdio.h</a:t>
            </a:r>
            <a:r>
              <a:rPr lang="en-IN" sz="2600" dirty="0"/>
              <a:t>&gt;</a:t>
            </a:r>
          </a:p>
          <a:p>
            <a:pPr marL="1828800" lvl="4" indent="0">
              <a:buNone/>
            </a:pPr>
            <a:endParaRPr lang="en-IN" sz="2600" dirty="0"/>
          </a:p>
          <a:p>
            <a:pPr marL="1828800" lvl="4" indent="0">
              <a:buNone/>
            </a:pPr>
            <a:r>
              <a:rPr lang="en-IN" sz="2600" dirty="0"/>
              <a:t>int fun(int n) {</a:t>
            </a:r>
          </a:p>
          <a:p>
            <a:pPr marL="1828800" lvl="4" indent="0">
              <a:buNone/>
            </a:pPr>
            <a:r>
              <a:rPr lang="en-IN" sz="2600" dirty="0"/>
              <a:t>    static int x = 0;</a:t>
            </a:r>
          </a:p>
          <a:p>
            <a:pPr marL="1828800" lvl="4" indent="0">
              <a:buNone/>
            </a:pPr>
            <a:endParaRPr lang="en-IN" sz="2600" dirty="0"/>
          </a:p>
          <a:p>
            <a:pPr marL="1828800" lvl="4" indent="0">
              <a:buNone/>
            </a:pPr>
            <a:r>
              <a:rPr lang="en-IN" sz="2600" dirty="0"/>
              <a:t>    if (n &gt; 0) {</a:t>
            </a:r>
          </a:p>
          <a:p>
            <a:pPr marL="1828800" lvl="4" indent="0">
              <a:buNone/>
            </a:pPr>
            <a:r>
              <a:rPr lang="en-IN" sz="2600" dirty="0"/>
              <a:t>        		x++;</a:t>
            </a:r>
          </a:p>
          <a:p>
            <a:pPr marL="1828800" lvl="4" indent="0">
              <a:buNone/>
            </a:pPr>
            <a:r>
              <a:rPr lang="en-IN" sz="2600" dirty="0"/>
              <a:t>        		return fun(n - 1) + x;</a:t>
            </a:r>
          </a:p>
          <a:p>
            <a:pPr marL="1828800" lvl="4" indent="0">
              <a:buNone/>
            </a:pPr>
            <a:r>
              <a:rPr lang="en-IN" sz="2600" dirty="0"/>
              <a:t>   	      }</a:t>
            </a:r>
          </a:p>
          <a:p>
            <a:pPr marL="1828800" lvl="4" indent="0">
              <a:buNone/>
            </a:pPr>
            <a:endParaRPr lang="en-IN" sz="2600" dirty="0"/>
          </a:p>
          <a:p>
            <a:pPr marL="1828800" lvl="4" indent="0">
              <a:buNone/>
            </a:pPr>
            <a:r>
              <a:rPr lang="en-IN" sz="2600" dirty="0"/>
              <a:t>    return 0;</a:t>
            </a:r>
          </a:p>
          <a:p>
            <a:pPr marL="1828800" lvl="4" indent="0">
              <a:buNone/>
            </a:pPr>
            <a:r>
              <a:rPr lang="en-IN" sz="2600" dirty="0"/>
              <a:t>}</a:t>
            </a:r>
          </a:p>
          <a:p>
            <a:pPr marL="1828800" lvl="4" indent="0">
              <a:buNone/>
            </a:pPr>
            <a:endParaRPr lang="en-IN" sz="2600" dirty="0"/>
          </a:p>
          <a:p>
            <a:pPr marL="1828800" lvl="4" indent="0">
              <a:buNone/>
            </a:pPr>
            <a:r>
              <a:rPr lang="en-IN" sz="2600" dirty="0"/>
              <a:t>int main() {</a:t>
            </a:r>
          </a:p>
          <a:p>
            <a:pPr marL="1828800" lvl="4" indent="0">
              <a:buNone/>
            </a:pPr>
            <a:r>
              <a:rPr lang="en-IN" sz="2600" dirty="0"/>
              <a:t>    </a:t>
            </a:r>
            <a:r>
              <a:rPr lang="en-IN" sz="2600" dirty="0" err="1"/>
              <a:t>printf</a:t>
            </a:r>
            <a:r>
              <a:rPr lang="en-IN" sz="2600" dirty="0"/>
              <a:t>("%d", fun(5));</a:t>
            </a:r>
          </a:p>
          <a:p>
            <a:pPr marL="1828800" lvl="4" indent="0">
              <a:buNone/>
            </a:pPr>
            <a:r>
              <a:rPr lang="en-IN" sz="2600" dirty="0"/>
              <a:t>    return 0;</a:t>
            </a:r>
          </a:p>
          <a:p>
            <a:pPr marL="1828800" lvl="4" indent="0">
              <a:buNone/>
            </a:pPr>
            <a:r>
              <a:rPr lang="en-IN" sz="2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8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42EF-D083-C2E9-5741-E20659E9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CEC7-034F-6A49-57CA-9CE70856F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Output: 25</a:t>
            </a:r>
          </a:p>
          <a:p>
            <a:r>
              <a:rPr lang="en-US" dirty="0"/>
              <a:t>static variables:</a:t>
            </a:r>
          </a:p>
          <a:p>
            <a:pPr lvl="3"/>
            <a:r>
              <a:rPr lang="en-US" dirty="0"/>
              <a:t>Created </a:t>
            </a:r>
            <a:r>
              <a:rPr lang="en-US" b="1" dirty="0"/>
              <a:t>only once</a:t>
            </a:r>
            <a:endParaRPr lang="en-US" dirty="0"/>
          </a:p>
          <a:p>
            <a:pPr lvl="3"/>
            <a:r>
              <a:rPr lang="en-US" dirty="0"/>
              <a:t>Value </a:t>
            </a:r>
            <a:r>
              <a:rPr lang="en-US" b="1" dirty="0"/>
              <a:t>persists across function calls</a:t>
            </a:r>
            <a:endParaRPr lang="en-US" dirty="0"/>
          </a:p>
          <a:p>
            <a:r>
              <a:rPr lang="en-IN" dirty="0"/>
              <a:t>fun(5)</a:t>
            </a:r>
          </a:p>
          <a:p>
            <a:r>
              <a:rPr lang="en-IN" dirty="0"/>
              <a:t>fun(4)</a:t>
            </a:r>
          </a:p>
          <a:p>
            <a:r>
              <a:rPr lang="en-IN" dirty="0"/>
              <a:t>fun(3)</a:t>
            </a:r>
          </a:p>
          <a:p>
            <a:r>
              <a:rPr lang="en-IN" dirty="0"/>
              <a:t>fun(2)</a:t>
            </a:r>
          </a:p>
          <a:p>
            <a:r>
              <a:rPr lang="en-IN" dirty="0"/>
              <a:t>fun(1)</a:t>
            </a:r>
          </a:p>
          <a:p>
            <a:r>
              <a:rPr lang="en-IN" dirty="0"/>
              <a:t>fun(0)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D8AE2-7DC9-5760-7C8A-FC999EF79398}"/>
              </a:ext>
            </a:extLst>
          </p:cNvPr>
          <p:cNvSpPr txBox="1"/>
          <p:nvPr/>
        </p:nvSpPr>
        <p:spPr>
          <a:xfrm>
            <a:off x="7924799" y="2188027"/>
            <a:ext cx="32657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During Each call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x++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1,2,3,4,5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lvl="1"/>
            <a:r>
              <a:rPr lang="en-IN" dirty="0"/>
              <a:t>fun(0) = 0</a:t>
            </a:r>
          </a:p>
          <a:p>
            <a:pPr lvl="1"/>
            <a:r>
              <a:rPr lang="en-IN" dirty="0"/>
              <a:t>fun(1) = 0 + 5 = 5</a:t>
            </a:r>
          </a:p>
          <a:p>
            <a:pPr lvl="1"/>
            <a:r>
              <a:rPr lang="en-IN" dirty="0"/>
              <a:t>fun(2) = 5 + 5 = 10</a:t>
            </a:r>
          </a:p>
          <a:p>
            <a:pPr lvl="1"/>
            <a:r>
              <a:rPr lang="en-IN" dirty="0"/>
              <a:t>fun(3) = 10 + 5 = 15</a:t>
            </a:r>
          </a:p>
          <a:p>
            <a:pPr lvl="1"/>
            <a:r>
              <a:rPr lang="en-IN" dirty="0"/>
              <a:t>fun(4) = 15 + 5 = 20</a:t>
            </a:r>
          </a:p>
          <a:p>
            <a:pPr lvl="1"/>
            <a:r>
              <a:rPr lang="en-IN" dirty="0"/>
              <a:t>fun(5) = 20 + 5 = 25</a:t>
            </a:r>
          </a:p>
        </p:txBody>
      </p:sp>
    </p:spTree>
    <p:extLst>
      <p:ext uri="{BB962C8B-B14F-4D97-AF65-F5344CB8AC3E}">
        <p14:creationId xmlns:p14="http://schemas.microsoft.com/office/powerpoint/2010/main" val="374675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B7C31-85CA-A16C-88AB-98FD99243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43"/>
            <a:ext cx="10515600" cy="6057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	void fun1() {	</a:t>
            </a:r>
            <a:r>
              <a:rPr lang="en-IN" dirty="0" err="1"/>
              <a:t>printf</a:t>
            </a:r>
            <a:r>
              <a:rPr lang="en-IN" dirty="0"/>
              <a:t>("A "); }</a:t>
            </a:r>
          </a:p>
          <a:p>
            <a:pPr marL="0" indent="0">
              <a:buNone/>
            </a:pPr>
            <a:r>
              <a:rPr lang="en-IN" dirty="0"/>
              <a:t>	void fun2() {    </a:t>
            </a:r>
            <a:r>
              <a:rPr lang="en-IN" dirty="0" err="1"/>
              <a:t>printf</a:t>
            </a:r>
            <a:r>
              <a:rPr lang="en-IN" dirty="0"/>
              <a:t>("B ");}</a:t>
            </a:r>
          </a:p>
          <a:p>
            <a:pPr marL="0" indent="0">
              <a:buNone/>
            </a:pPr>
            <a:r>
              <a:rPr lang="en-IN" dirty="0"/>
              <a:t>int main() 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    		void (*</a:t>
            </a:r>
            <a:r>
              <a:rPr lang="en-IN" dirty="0" err="1"/>
              <a:t>fptr</a:t>
            </a:r>
            <a:r>
              <a:rPr lang="en-IN" dirty="0"/>
              <a:t>[2])() = {fun1, fun2};</a:t>
            </a:r>
          </a:p>
          <a:p>
            <a:pPr marL="0" indent="0">
              <a:buNone/>
            </a:pPr>
            <a:r>
              <a:rPr lang="en-IN" dirty="0"/>
              <a:t>    		</a:t>
            </a:r>
            <a:r>
              <a:rPr lang="en-IN" dirty="0" err="1"/>
              <a:t>fptr</a:t>
            </a:r>
            <a:r>
              <a:rPr lang="en-IN" dirty="0"/>
              <a:t>[0]();</a:t>
            </a:r>
          </a:p>
          <a:p>
            <a:pPr marL="0" indent="0">
              <a:buNone/>
            </a:pPr>
            <a:r>
              <a:rPr lang="en-IN" dirty="0"/>
              <a:t>   		 </a:t>
            </a:r>
            <a:r>
              <a:rPr lang="en-IN" dirty="0" err="1"/>
              <a:t>fptr</a:t>
            </a:r>
            <a:r>
              <a:rPr lang="en-IN" dirty="0"/>
              <a:t>[1]();</a:t>
            </a:r>
          </a:p>
          <a:p>
            <a:pPr marL="0" indent="0">
              <a:buNone/>
            </a:pPr>
            <a:r>
              <a:rPr lang="en-IN" dirty="0"/>
              <a:t>    		(*</a:t>
            </a:r>
            <a:r>
              <a:rPr lang="en-IN" dirty="0" err="1"/>
              <a:t>fptr</a:t>
            </a:r>
            <a:r>
              <a:rPr lang="en-IN" dirty="0"/>
              <a:t>[0])();</a:t>
            </a:r>
          </a:p>
          <a:p>
            <a:pPr marL="0" indent="0">
              <a:buNone/>
            </a:pPr>
            <a:r>
              <a:rPr lang="en-IN" dirty="0"/>
              <a:t>		return 0;</a:t>
            </a:r>
          </a:p>
          <a:p>
            <a:pPr marL="0" indent="0">
              <a:buNone/>
            </a:pPr>
            <a:r>
              <a:rPr lang="en-IN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82353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B137-3E45-0374-EA7E-2AE79D54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2DD25-2C3C-D6CB-89CD-DDB0AD36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Output: </a:t>
            </a:r>
            <a:r>
              <a:rPr lang="en-IN" dirty="0"/>
              <a:t>A B A</a:t>
            </a:r>
          </a:p>
          <a:p>
            <a:r>
              <a:rPr lang="en-IN" dirty="0"/>
              <a:t>void (*</a:t>
            </a:r>
            <a:r>
              <a:rPr lang="en-IN" dirty="0" err="1"/>
              <a:t>fptr</a:t>
            </a:r>
            <a:r>
              <a:rPr lang="en-IN" dirty="0"/>
              <a:t>[2])() means </a:t>
            </a:r>
          </a:p>
          <a:p>
            <a:pPr lvl="2"/>
            <a:r>
              <a:rPr lang="en-US" dirty="0" err="1"/>
              <a:t>fptr</a:t>
            </a:r>
            <a:r>
              <a:rPr lang="en-US" dirty="0"/>
              <a:t> → array of 2 function pointers</a:t>
            </a:r>
          </a:p>
          <a:p>
            <a:pPr lvl="1"/>
            <a:r>
              <a:rPr lang="en-US" dirty="0" err="1"/>
              <a:t>fptr</a:t>
            </a:r>
            <a:r>
              <a:rPr lang="en-US" dirty="0"/>
              <a:t>[0] → fun1</a:t>
            </a:r>
          </a:p>
          <a:p>
            <a:pPr lvl="1"/>
            <a:r>
              <a:rPr lang="en-US" dirty="0" err="1"/>
              <a:t>fptr</a:t>
            </a:r>
            <a:r>
              <a:rPr lang="en-US" dirty="0"/>
              <a:t>[1] → fun2</a:t>
            </a:r>
          </a:p>
          <a:p>
            <a:r>
              <a:rPr lang="en-IN" dirty="0" err="1"/>
              <a:t>fptr</a:t>
            </a:r>
            <a:r>
              <a:rPr lang="en-IN" dirty="0"/>
              <a:t>[0]() calls fun1</a:t>
            </a:r>
          </a:p>
          <a:p>
            <a:r>
              <a:rPr lang="en-IN" dirty="0" err="1"/>
              <a:t>Fptr</a:t>
            </a:r>
            <a:r>
              <a:rPr lang="en-IN" dirty="0"/>
              <a:t>[1]() calls fun2</a:t>
            </a:r>
          </a:p>
          <a:p>
            <a:r>
              <a:rPr lang="en-IN" dirty="0"/>
              <a:t>(*</a:t>
            </a:r>
            <a:r>
              <a:rPr lang="en-IN" dirty="0" err="1"/>
              <a:t>fptr</a:t>
            </a:r>
            <a:r>
              <a:rPr lang="en-IN" dirty="0"/>
              <a:t>[0])() </a:t>
            </a:r>
            <a:r>
              <a:rPr lang="en-US" dirty="0"/>
              <a:t>Another way to call function pointer. </a:t>
            </a:r>
          </a:p>
          <a:p>
            <a:r>
              <a:rPr lang="en-US" dirty="0"/>
              <a:t>Call fun1()</a:t>
            </a:r>
          </a:p>
        </p:txBody>
      </p:sp>
    </p:spTree>
    <p:extLst>
      <p:ext uri="{BB962C8B-B14F-4D97-AF65-F5344CB8AC3E}">
        <p14:creationId xmlns:p14="http://schemas.microsoft.com/office/powerpoint/2010/main" val="9892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6467-65D0-B782-DA31-8D6F861F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83E3-2605-1604-77C6-B91EC618C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IN" sz="2800" dirty="0"/>
              <a:t>#include &lt;</a:t>
            </a:r>
            <a:r>
              <a:rPr lang="en-IN" sz="2800" dirty="0" err="1"/>
              <a:t>stdio.h</a:t>
            </a:r>
            <a:r>
              <a:rPr lang="en-IN" sz="2800" dirty="0"/>
              <a:t>&gt;</a:t>
            </a:r>
          </a:p>
          <a:p>
            <a:pPr marL="914400" lvl="2" indent="0">
              <a:buNone/>
            </a:pPr>
            <a:endParaRPr lang="en-IN" sz="2800" dirty="0"/>
          </a:p>
          <a:p>
            <a:pPr marL="914400" lvl="2" indent="0">
              <a:buNone/>
            </a:pPr>
            <a:r>
              <a:rPr lang="en-IN" sz="2800" dirty="0"/>
              <a:t>int main() {</a:t>
            </a:r>
          </a:p>
          <a:p>
            <a:pPr marL="914400" lvl="2" indent="0">
              <a:buNone/>
            </a:pPr>
            <a:r>
              <a:rPr lang="en-IN" sz="2800" dirty="0"/>
              <a:t>    int x = 10;</a:t>
            </a:r>
          </a:p>
          <a:p>
            <a:pPr marL="914400" lvl="2" indent="0">
              <a:buNone/>
            </a:pPr>
            <a:r>
              <a:rPr lang="en-IN" sz="2800" dirty="0"/>
              <a:t>    int *p = &amp;x;</a:t>
            </a:r>
          </a:p>
          <a:p>
            <a:pPr marL="914400" lvl="2" indent="0">
              <a:buNone/>
            </a:pPr>
            <a:r>
              <a:rPr lang="en-IN" sz="2800" dirty="0"/>
              <a:t>    int **q = &amp;p;</a:t>
            </a:r>
          </a:p>
          <a:p>
            <a:pPr marL="914400" lvl="2" indent="0">
              <a:buNone/>
            </a:pPr>
            <a:endParaRPr lang="en-IN" sz="2800" dirty="0"/>
          </a:p>
          <a:p>
            <a:pPr marL="914400" lvl="2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("%d\n", **q);</a:t>
            </a:r>
          </a:p>
          <a:p>
            <a:pPr marL="914400" lvl="2" indent="0">
              <a:buNone/>
            </a:pP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505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EDE6-DD6F-1ECC-957C-4038BA09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534C-EB0A-A793-CEBA-96B1E4891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Output: 10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x = 10</a:t>
            </a:r>
          </a:p>
          <a:p>
            <a:pPr marL="914400" lvl="2" indent="0">
              <a:buNone/>
            </a:pPr>
            <a:r>
              <a:rPr lang="en-IN" dirty="0"/>
              <a:t>p → x</a:t>
            </a:r>
          </a:p>
          <a:p>
            <a:pPr marL="914400" lvl="2" indent="0">
              <a:buNone/>
            </a:pPr>
            <a:r>
              <a:rPr lang="en-IN" dirty="0"/>
              <a:t>q → p</a:t>
            </a:r>
          </a:p>
          <a:p>
            <a:pPr marL="914400" lvl="2" indent="0">
              <a:buNone/>
            </a:pPr>
            <a:endParaRPr lang="en-IN" dirty="0"/>
          </a:p>
          <a:p>
            <a:pPr marL="914400" lvl="2" indent="0">
              <a:buNone/>
            </a:pPr>
            <a:r>
              <a:rPr lang="en-IN" dirty="0"/>
              <a:t>*q → p</a:t>
            </a:r>
            <a:br>
              <a:rPr lang="en-IN" dirty="0"/>
            </a:br>
            <a:r>
              <a:rPr lang="en-IN" dirty="0"/>
              <a:t>**q → x</a:t>
            </a:r>
          </a:p>
        </p:txBody>
      </p:sp>
    </p:spTree>
    <p:extLst>
      <p:ext uri="{BB962C8B-B14F-4D97-AF65-F5344CB8AC3E}">
        <p14:creationId xmlns:p14="http://schemas.microsoft.com/office/powerpoint/2010/main" val="422984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95D8E-E7F4-0193-DFD3-058183D91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IN" sz="3200" dirty="0"/>
              <a:t>#include &lt;</a:t>
            </a:r>
            <a:r>
              <a:rPr lang="en-IN" sz="3200" dirty="0" err="1"/>
              <a:t>stdio.h</a:t>
            </a:r>
            <a:r>
              <a:rPr lang="en-IN" sz="3200" dirty="0"/>
              <a:t>&gt;</a:t>
            </a:r>
          </a:p>
          <a:p>
            <a:pPr marL="914400" lvl="2" indent="0">
              <a:buNone/>
            </a:pPr>
            <a:endParaRPr lang="en-IN" sz="3200" dirty="0"/>
          </a:p>
          <a:p>
            <a:pPr marL="914400" lvl="2" indent="0">
              <a:buNone/>
            </a:pPr>
            <a:r>
              <a:rPr lang="en-IN" sz="3200" dirty="0"/>
              <a:t>int main() {</a:t>
            </a:r>
          </a:p>
          <a:p>
            <a:pPr marL="914400" lvl="2" indent="0">
              <a:buNone/>
            </a:pPr>
            <a:r>
              <a:rPr lang="en-IN" sz="3200" dirty="0"/>
              <a:t>    int a[] = {5,10,15,20};</a:t>
            </a:r>
          </a:p>
          <a:p>
            <a:pPr marL="914400" lvl="2" indent="0">
              <a:buNone/>
            </a:pPr>
            <a:r>
              <a:rPr lang="en-IN" sz="3200" dirty="0"/>
              <a:t>    int *p = a;</a:t>
            </a:r>
          </a:p>
          <a:p>
            <a:pPr marL="914400" lvl="2" indent="0">
              <a:buNone/>
            </a:pPr>
            <a:endParaRPr lang="en-IN" sz="3200" dirty="0"/>
          </a:p>
          <a:p>
            <a:pPr marL="914400" lvl="2" indent="0">
              <a:buNone/>
            </a:pPr>
            <a:r>
              <a:rPr lang="en-IN" sz="3200" dirty="0"/>
              <a:t>    </a:t>
            </a:r>
            <a:r>
              <a:rPr lang="en-IN" sz="3200" dirty="0" err="1"/>
              <a:t>printf</a:t>
            </a:r>
            <a:r>
              <a:rPr lang="en-IN" sz="3200" dirty="0"/>
              <a:t>("%d\n", *(p+2));</a:t>
            </a:r>
          </a:p>
          <a:p>
            <a:pPr marL="914400" lvl="2" indent="0">
              <a:buNone/>
            </a:pPr>
            <a:r>
              <a:rPr lang="en-I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757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6B12-37E1-9EF8-66F8-24219E52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1D31E-A22B-817C-3719-9D069556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Output:  15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pt-BR" dirty="0"/>
              <a:t>p → a[0]</a:t>
            </a:r>
            <a:br>
              <a:rPr lang="pt-BR" dirty="0"/>
            </a:br>
            <a:r>
              <a:rPr lang="pt-BR" dirty="0"/>
              <a:t>p+2 → a[2]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7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38670-2409-8949-E36D-157B91C91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657"/>
            <a:ext cx="10515600" cy="5763306"/>
          </a:xfrm>
        </p:spPr>
        <p:txBody>
          <a:bodyPr>
            <a:normAutofit/>
          </a:bodyPr>
          <a:lstStyle/>
          <a:p>
            <a:pPr marL="1371600" lvl="3" indent="0">
              <a:buNone/>
            </a:pPr>
            <a:r>
              <a:rPr lang="en-US" sz="3600" dirty="0"/>
              <a:t>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1371600" lvl="3" indent="0">
              <a:buNone/>
            </a:pPr>
            <a:endParaRPr lang="en-US" sz="3600" dirty="0"/>
          </a:p>
          <a:p>
            <a:pPr marL="1371600" lvl="3" indent="0">
              <a:buNone/>
            </a:pPr>
            <a:r>
              <a:rPr lang="en-US" sz="3600" dirty="0"/>
              <a:t>int main() {</a:t>
            </a:r>
          </a:p>
          <a:p>
            <a:pPr marL="1371600" lvl="3" indent="0">
              <a:buNone/>
            </a:pPr>
            <a:r>
              <a:rPr lang="en-US" sz="3600" dirty="0"/>
              <a:t>    int a[] = {10,20,30};</a:t>
            </a:r>
          </a:p>
          <a:p>
            <a:pPr marL="1371600" lvl="3" indent="0">
              <a:buNone/>
            </a:pPr>
            <a:endParaRPr lang="en-US" sz="3600" dirty="0"/>
          </a:p>
          <a:p>
            <a:pPr marL="1371600" lvl="3" indent="0">
              <a:buNone/>
            </a:pPr>
            <a:r>
              <a:rPr lang="en-US" sz="3600" dirty="0"/>
              <a:t>    </a:t>
            </a:r>
            <a:r>
              <a:rPr lang="en-US" sz="3600" dirty="0" err="1"/>
              <a:t>printf</a:t>
            </a:r>
            <a:r>
              <a:rPr lang="en-US" sz="3600" dirty="0"/>
              <a:t>("%d\n", 1[a]);</a:t>
            </a:r>
          </a:p>
          <a:p>
            <a:pPr marL="1371600" lvl="3" indent="0">
              <a:buNone/>
            </a:pPr>
            <a:r>
              <a:rPr lang="en-US" sz="3600" dirty="0"/>
              <a:t>}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86712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64459-4E75-4C41-AEC7-7CDE71192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514"/>
            <a:ext cx="10515600" cy="5273449"/>
          </a:xfrm>
        </p:spPr>
        <p:txBody>
          <a:bodyPr/>
          <a:lstStyle/>
          <a:p>
            <a:r>
              <a:rPr lang="en-IN" dirty="0"/>
              <a:t>Output: 20 </a:t>
            </a:r>
          </a:p>
          <a:p>
            <a:pPr marL="0" indent="0">
              <a:buNone/>
            </a:pPr>
            <a:endParaRPr lang="en-IN" dirty="0"/>
          </a:p>
          <a:p>
            <a:pPr marL="1371600" lvl="3" indent="0">
              <a:buNone/>
            </a:pPr>
            <a:r>
              <a:rPr lang="en-IN" sz="3200" dirty="0"/>
              <a:t>a[</a:t>
            </a:r>
            <a:r>
              <a:rPr lang="en-IN" sz="3200" dirty="0" err="1"/>
              <a:t>i</a:t>
            </a:r>
            <a:r>
              <a:rPr lang="en-IN" sz="3200" dirty="0"/>
              <a:t>] == *(</a:t>
            </a:r>
            <a:r>
              <a:rPr lang="en-IN" sz="3200" dirty="0" err="1"/>
              <a:t>a+i</a:t>
            </a:r>
            <a:r>
              <a:rPr lang="en-IN" sz="3200" dirty="0"/>
              <a:t>)</a:t>
            </a:r>
          </a:p>
          <a:p>
            <a:pPr marL="1371600" lvl="3" indent="0">
              <a:buNone/>
            </a:pPr>
            <a:r>
              <a:rPr lang="en-IN" sz="3200" dirty="0"/>
              <a:t>1[a] == *(1+a)</a:t>
            </a:r>
          </a:p>
        </p:txBody>
      </p:sp>
    </p:spTree>
    <p:extLst>
      <p:ext uri="{BB962C8B-B14F-4D97-AF65-F5344CB8AC3E}">
        <p14:creationId xmlns:p14="http://schemas.microsoft.com/office/powerpoint/2010/main" val="1742582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D945-664C-10CB-FD40-377F74A68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5643563"/>
          </a:xfrm>
        </p:spPr>
        <p:txBody>
          <a:bodyPr>
            <a:normAutofit/>
          </a:bodyPr>
          <a:lstStyle/>
          <a:p>
            <a:pPr marL="1371600" lvl="3" indent="0">
              <a:buNone/>
            </a:pPr>
            <a:r>
              <a:rPr lang="en-IN" sz="3200" dirty="0"/>
              <a:t>#include &lt;</a:t>
            </a:r>
            <a:r>
              <a:rPr lang="en-IN" sz="3200" dirty="0" err="1"/>
              <a:t>stdio.h</a:t>
            </a:r>
            <a:r>
              <a:rPr lang="en-IN" sz="3200" dirty="0"/>
              <a:t>&gt;</a:t>
            </a:r>
          </a:p>
          <a:p>
            <a:pPr marL="1371600" lvl="3" indent="0">
              <a:buNone/>
            </a:pPr>
            <a:endParaRPr lang="en-IN" sz="3200" dirty="0"/>
          </a:p>
          <a:p>
            <a:pPr marL="1371600" lvl="3" indent="0">
              <a:buNone/>
            </a:pPr>
            <a:r>
              <a:rPr lang="en-IN" sz="3200" dirty="0"/>
              <a:t>int* fun() {</a:t>
            </a:r>
          </a:p>
          <a:p>
            <a:pPr marL="1371600" lvl="3" indent="0">
              <a:buNone/>
            </a:pPr>
            <a:r>
              <a:rPr lang="en-IN" sz="3200" dirty="0"/>
              <a:t>    int x = 10;</a:t>
            </a:r>
          </a:p>
          <a:p>
            <a:pPr marL="1371600" lvl="3" indent="0">
              <a:buNone/>
            </a:pPr>
            <a:r>
              <a:rPr lang="en-IN" sz="3200" dirty="0"/>
              <a:t>    return &amp;x;</a:t>
            </a:r>
          </a:p>
          <a:p>
            <a:pPr marL="1371600" lvl="3" indent="0">
              <a:buNone/>
            </a:pPr>
            <a:r>
              <a:rPr lang="en-IN" sz="3200" dirty="0"/>
              <a:t>}</a:t>
            </a:r>
          </a:p>
          <a:p>
            <a:pPr marL="1371600" lvl="3" indent="0">
              <a:buNone/>
            </a:pPr>
            <a:endParaRPr lang="en-IN" sz="3200" dirty="0"/>
          </a:p>
          <a:p>
            <a:pPr marL="1371600" lvl="3" indent="0">
              <a:buNone/>
            </a:pPr>
            <a:r>
              <a:rPr lang="en-IN" sz="3200" dirty="0"/>
              <a:t>int main() {</a:t>
            </a:r>
          </a:p>
          <a:p>
            <a:pPr marL="1371600" lvl="3" indent="0">
              <a:buNone/>
            </a:pPr>
            <a:r>
              <a:rPr lang="en-IN" sz="3200" dirty="0"/>
              <a:t>    int *p = fun();</a:t>
            </a:r>
          </a:p>
          <a:p>
            <a:pPr marL="1371600" lvl="3" indent="0">
              <a:buNone/>
            </a:pPr>
            <a:r>
              <a:rPr lang="en-IN" sz="3200" dirty="0"/>
              <a:t>    </a:t>
            </a:r>
            <a:r>
              <a:rPr lang="en-IN" sz="3200" dirty="0" err="1"/>
              <a:t>printf</a:t>
            </a:r>
            <a:r>
              <a:rPr lang="en-IN" sz="3200" dirty="0"/>
              <a:t>("%d\n", *p);</a:t>
            </a:r>
          </a:p>
          <a:p>
            <a:pPr marL="1371600" lvl="3" indent="0">
              <a:buNone/>
            </a:pPr>
            <a:r>
              <a:rPr lang="en-I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16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DC1E-50D6-EA37-0AD8-E02CC3C2B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sz="2800" dirty="0"/>
              <a:t>x is </a:t>
            </a:r>
            <a:r>
              <a:rPr lang="en-IN" sz="2800" b="1" dirty="0"/>
              <a:t>local variable</a:t>
            </a:r>
            <a:r>
              <a:rPr lang="en-IN" sz="2800" dirty="0"/>
              <a:t>.</a:t>
            </a:r>
          </a:p>
          <a:p>
            <a:pPr lvl="1"/>
            <a:r>
              <a:rPr lang="en-US" sz="2800" dirty="0"/>
              <a:t>After function returns:</a:t>
            </a:r>
          </a:p>
          <a:p>
            <a:pPr lvl="2"/>
            <a:r>
              <a:rPr lang="en-US" sz="2800" dirty="0"/>
              <a:t>x destroyed</a:t>
            </a:r>
          </a:p>
          <a:p>
            <a:pPr lvl="1"/>
            <a:r>
              <a:rPr lang="en-US" sz="2800" dirty="0"/>
              <a:t>Pointer becomes </a:t>
            </a:r>
            <a:r>
              <a:rPr lang="en-US" sz="2800" b="1" dirty="0"/>
              <a:t>dangling pointer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38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D0541-629E-E7CC-2513-B8182F3BA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486"/>
            <a:ext cx="10515600" cy="5556477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IN" sz="3200" dirty="0"/>
              <a:t>#include &lt;</a:t>
            </a:r>
            <a:r>
              <a:rPr lang="en-IN" sz="3200" dirty="0" err="1"/>
              <a:t>stdio.h</a:t>
            </a:r>
            <a:r>
              <a:rPr lang="en-IN" sz="3200" dirty="0"/>
              <a:t>&gt;</a:t>
            </a:r>
          </a:p>
          <a:p>
            <a:pPr marL="914400" lvl="2" indent="0">
              <a:buNone/>
            </a:pPr>
            <a:endParaRPr lang="en-IN" sz="3200" dirty="0"/>
          </a:p>
          <a:p>
            <a:pPr marL="914400" lvl="2" indent="0">
              <a:buNone/>
            </a:pPr>
            <a:r>
              <a:rPr lang="en-IN" sz="3200" dirty="0"/>
              <a:t>int main() {</a:t>
            </a:r>
          </a:p>
          <a:p>
            <a:pPr marL="914400" lvl="2" indent="0">
              <a:buNone/>
            </a:pPr>
            <a:r>
              <a:rPr lang="en-IN" sz="3200" dirty="0"/>
              <a:t>    int a[] = {10,20,30,40};</a:t>
            </a:r>
          </a:p>
          <a:p>
            <a:pPr marL="914400" lvl="2" indent="0">
              <a:buNone/>
            </a:pPr>
            <a:r>
              <a:rPr lang="en-IN" sz="3200" dirty="0"/>
              <a:t>    int *p = a;</a:t>
            </a:r>
          </a:p>
          <a:p>
            <a:pPr marL="914400" lvl="2" indent="0">
              <a:buNone/>
            </a:pPr>
            <a:endParaRPr lang="en-IN" sz="3200" dirty="0"/>
          </a:p>
          <a:p>
            <a:pPr marL="914400" lvl="2" indent="0">
              <a:buNone/>
            </a:pPr>
            <a:r>
              <a:rPr lang="en-IN" sz="3200" dirty="0"/>
              <a:t>    </a:t>
            </a:r>
            <a:r>
              <a:rPr lang="en-IN" sz="3200" dirty="0" err="1"/>
              <a:t>printf</a:t>
            </a:r>
            <a:r>
              <a:rPr lang="en-IN" sz="3200" dirty="0"/>
              <a:t>("%d\n", *(p + *(p+1)/10));</a:t>
            </a:r>
          </a:p>
          <a:p>
            <a:pPr marL="914400" lvl="2" indent="0">
              <a:buNone/>
            </a:pPr>
            <a:r>
              <a:rPr lang="en-I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771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6273-5D5B-106B-1A53-6C6BF089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4295-0BD1-BBEF-7272-247AE7D03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Output:  30</a:t>
            </a:r>
          </a:p>
          <a:p>
            <a:pPr marL="0" indent="0">
              <a:buNone/>
            </a:pPr>
            <a:endParaRPr lang="en-IN" dirty="0"/>
          </a:p>
          <a:p>
            <a:pPr marL="1371600" lvl="3" indent="0">
              <a:buNone/>
            </a:pPr>
            <a:r>
              <a:rPr lang="en-IN" sz="3200" dirty="0"/>
              <a:t>p → 10</a:t>
            </a:r>
            <a:br>
              <a:rPr lang="en-IN" sz="3200" dirty="0"/>
            </a:br>
            <a:r>
              <a:rPr lang="en-IN" sz="3200" dirty="0"/>
              <a:t>*(p+1) = 20</a:t>
            </a:r>
            <a:br>
              <a:rPr lang="en-IN" sz="3200" dirty="0"/>
            </a:br>
            <a:r>
              <a:rPr lang="en-IN" sz="3200" dirty="0"/>
              <a:t>20 / 10 </a:t>
            </a:r>
            <a:r>
              <a:rPr lang="en-IN" sz="3200"/>
              <a:t>= 2</a:t>
            </a:r>
          </a:p>
          <a:p>
            <a:pPr marL="1371600" lvl="3" indent="0">
              <a:buNone/>
            </a:pPr>
            <a:endParaRPr lang="en-IN" sz="3200" dirty="0"/>
          </a:p>
          <a:p>
            <a:pPr marL="1371600" lvl="3" indent="0">
              <a:buNone/>
            </a:pPr>
            <a:r>
              <a:rPr lang="en-IN" sz="3200" dirty="0"/>
              <a:t>*(p+2) = 30</a:t>
            </a:r>
          </a:p>
        </p:txBody>
      </p:sp>
    </p:spTree>
    <p:extLst>
      <p:ext uri="{BB962C8B-B14F-4D97-AF65-F5344CB8AC3E}">
        <p14:creationId xmlns:p14="http://schemas.microsoft.com/office/powerpoint/2010/main" val="7232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746</Words>
  <Application>Microsoft Office PowerPoint</Application>
  <PresentationFormat>Widescreen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 Programs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Kumar.</dc:creator>
  <cp:lastModifiedBy>Manoj Kumar.</cp:lastModifiedBy>
  <cp:revision>1</cp:revision>
  <dcterms:created xsi:type="dcterms:W3CDTF">2026-03-10T04:48:33Z</dcterms:created>
  <dcterms:modified xsi:type="dcterms:W3CDTF">2026-03-10T05:56:42Z</dcterms:modified>
</cp:coreProperties>
</file>